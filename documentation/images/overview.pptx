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4"/>
  </p:notesMasterIdLst>
  <p:handoutMasterIdLst>
    <p:handoutMasterId r:id="rId25"/>
  </p:handoutMasterIdLst>
  <p:sldIdLst>
    <p:sldId id="2147476961" r:id="rId2"/>
    <p:sldId id="2147476962" r:id="rId3"/>
    <p:sldId id="14952" r:id="rId4"/>
    <p:sldId id="2147476965" r:id="rId5"/>
    <p:sldId id="2147479520" r:id="rId6"/>
    <p:sldId id="2147479526" r:id="rId7"/>
    <p:sldId id="2147479588" r:id="rId8"/>
    <p:sldId id="2147479584" r:id="rId9"/>
    <p:sldId id="2147479585" r:id="rId10"/>
    <p:sldId id="2145705724" r:id="rId11"/>
    <p:sldId id="2147479586" r:id="rId12"/>
    <p:sldId id="2147476964" r:id="rId13"/>
    <p:sldId id="2147479521" r:id="rId14"/>
    <p:sldId id="2145705746" r:id="rId15"/>
    <p:sldId id="2145705721" r:id="rId16"/>
    <p:sldId id="2145705723" r:id="rId17"/>
    <p:sldId id="2123260229" r:id="rId18"/>
    <p:sldId id="2147476967" r:id="rId19"/>
    <p:sldId id="2147479523" r:id="rId20"/>
    <p:sldId id="2147479524" r:id="rId21"/>
    <p:sldId id="2147479525" r:id="rId22"/>
    <p:sldId id="214747958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1BD"/>
    <a:srgbClr val="A6A6A6"/>
    <a:srgbClr val="7F7F7F"/>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36" autoAdjust="0"/>
    <p:restoredTop sz="94660"/>
  </p:normalViewPr>
  <p:slideViewPr>
    <p:cSldViewPr snapToGrid="0" showGuides="1">
      <p:cViewPr varScale="1">
        <p:scale>
          <a:sx n="155" d="100"/>
          <a:sy n="155" d="100"/>
        </p:scale>
        <p:origin x="294" y="150"/>
      </p:cViewPr>
      <p:guideLst>
        <p:guide orient="horz" pos="2160"/>
        <p:guide pos="3840"/>
      </p:guideLst>
    </p:cSldViewPr>
  </p:slideViewPr>
  <p:notesTextViewPr>
    <p:cViewPr>
      <p:scale>
        <a:sx n="3" d="2"/>
        <a:sy n="3" d="2"/>
      </p:scale>
      <p:origin x="0" y="-5"/>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02/06/2026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02/06/2026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DAA91-FAF9-F99E-8862-7A3AD4C25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A5128-549C-5156-28C0-5DF6501C1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F91A0-687D-5148-EC5B-AFE77E342082}"/>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C83C1D08-431F-BAE2-CC99-674565B7D746}"/>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9371719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15</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10" Type="http://schemas.openxmlformats.org/officeDocument/2006/relationships/hyperlink" Target="https://arm-software.github.io/SDS-Framework/main/template.html" TargetMode="External"/><Relationship Id="rId4" Type="http://schemas.openxmlformats.org/officeDocument/2006/relationships/image" Target="../media/image3.svg"/><Relationship Id="rId9" Type="http://schemas.openxmlformats.org/officeDocument/2006/relationships/hyperlink" Target="https://marketplace.visualstudio.com/items?itemName=Arm.cmsis-sd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arm-software.github.io/SDS-Framework/main/theory.html#yaml-metadata-format"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6.emf"/><Relationship Id="rId11" Type="http://schemas.openxmlformats.org/officeDocument/2006/relationships/hyperlink" Target="https://arm-software.github.io/SDS-Framework/main/template.html" TargetMode="External"/><Relationship Id="rId5" Type="http://schemas.openxmlformats.org/officeDocument/2006/relationships/image" Target="../media/image1.emf"/><Relationship Id="rId10" Type="http://schemas.openxmlformats.org/officeDocument/2006/relationships/hyperlink" Target="https://marketplace.visualstudio.com/items?itemName=Arm.cmsis-sds" TargetMode="External"/><Relationship Id="rId4" Type="http://schemas.openxmlformats.org/officeDocument/2006/relationships/image" Target="../media/image3.svg"/><Relationship Id="rId9" Type="http://schemas.openxmlformats.org/officeDocument/2006/relationships/hyperlink" Target="https://github.com/arm-software/av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1.xml"/><Relationship Id="rId6" Type="http://schemas.openxmlformats.org/officeDocument/2006/relationships/image" Target="../media/image19.png"/><Relationship Id="rId5" Type="http://schemas.openxmlformats.org/officeDocument/2006/relationships/image" Target="../media/image3.svg"/><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1C4E-43FA-7F88-108B-FEB9EA4A1EE4}"/>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C057221F-AF31-0570-1664-280F987808B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3536BDE-047A-02F0-EA83-BD30C00EE13D}"/>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57CA033B-BCE8-AB73-886F-2CE2191A0645}"/>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74593E1-AD7E-97B3-D5C9-6996C151FEAC}"/>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3D3871C-C840-444A-75A2-CC7B7EA7FCE3}"/>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ED48D816-2D64-EB84-5A89-32701DB5D57E}"/>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955D1B41-86AF-D62E-72D5-096B3AA76434}"/>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6FB6A612-EE89-15A3-2220-2D818117E0E6}"/>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2FE3F190-C023-5BED-21C1-BE06093D5C53}"/>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9FCAA16-7D47-D321-BB76-DF8D95F6BF94}"/>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251C0CB9-76F6-E913-4503-F21D85830D5B}"/>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DA61453B-2018-1EF8-72E5-5E17CB348A4E}"/>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7CE5BDBE-A5B6-CBB8-EC52-54BC5FE53B61}"/>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7A3B57E7-975F-4176-CBB2-92DEC9B3D97E}"/>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9788808-8266-D149-9E2B-180EBA708A1C}"/>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77786628-B2BE-563D-4557-6A379DD10E87}"/>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864A25BB-674E-9629-73C3-427676C71E6D}"/>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1BE351C1-C689-5782-BD2B-87B47D3C7FF1}"/>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3C73999-5007-7191-B476-C5E6EFB59199}"/>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7EA00DB6-25D3-4ED3-B4F2-8683A9301D4F}"/>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005B1869-F884-6472-E9E6-ED5E638D4428}"/>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A4CF7B77-CFBE-7845-F484-99DF34693E0F}"/>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590414DB-1484-AB4D-2517-07F7B47A59D7}"/>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5C4DE7B4-C4F1-09E1-7D3D-DB34BFE9B238}"/>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BFDDC60C-6CE6-B76D-2852-46C691C1D52C}"/>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55BE8732-74C0-2C8B-B5E9-832C24E43842}"/>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08699127-E681-67E7-60CC-D60FDE18A299}"/>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E3DD037-DFD6-38AC-3FC0-AB6B4943B8C8}"/>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F4767560-518B-D069-D91B-C9EF2BBA16F6}"/>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F463EB34-FBCA-E06B-1282-76319730B408}"/>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EE70DDF1-5153-63D6-2DD3-221C6047FB48}"/>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A036DE3D-B2F8-E487-9EB8-51406B8B067A}"/>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CD62E9C7-8B20-F580-E088-1763F6DD1EE1}"/>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7D933344-1BA9-2F6C-E739-9E6066664F6E}"/>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B3BB4F5C-ABDE-D3F0-F173-B9126C5C4D13}"/>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93E4948B-B463-3603-8AF6-A7A575784BC6}"/>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00F9E9B5-09F1-8061-0246-1A41D4A62E7C}"/>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932FE0E9-D172-48C5-7F40-400A5E413ADD}"/>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3494D306-42F5-3AD9-388B-0462B68A906A}"/>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362B3B3-C895-D9BD-1BFE-C4AB926842EA}"/>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C0A11BD2-BC38-9542-BD05-D7FEF8C0A76D}"/>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F0E25823-C743-CBFE-C4DC-3B682548410E}"/>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E19F0835-54DA-F46B-BFF9-546898B24079}"/>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E81C35AD-49D2-155A-F312-141213552508}"/>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0B31A6D5-AF90-CB35-4D52-2E1040D06736}"/>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5ED5AE93-29D6-91D7-560C-7453D47F5CFD}"/>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B5994CC0-542E-DF6C-25FF-9C086E36088D}"/>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E1CE2258-3CAE-8D2D-B750-91530F11246A}"/>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99F78FA-AADF-BF0E-5E54-738881A014D5}"/>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DC664E4-924A-3B1D-A795-73DB193EBD16}"/>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B17965B9-89B8-D14F-9D9F-B0F8C209A5D6}"/>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A780D79-BA33-9E59-5472-4AA9FD07E5B5}"/>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B2F2EF16-173E-4163-0A45-46E5CBDE1E45}"/>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EA886106-5477-F9FE-9BF3-D09C8EEFCA21}"/>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E4E9D9E9-4759-3EB4-FA3D-3DAE08C2774A}"/>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2AEA55B1-15D2-1755-3DE7-26EAAA75F4FC}"/>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81808636-ABD7-D145-C4AC-E0A1C162B008}"/>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E47165E3-349B-CD11-A9D6-145E3DF90AE4}"/>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0C878013-73E1-5E3B-64AE-89AB51314EC9}"/>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FF876E8F-A13F-4A4C-0153-BA166C7C967C}"/>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C1540736-12B9-2134-304C-57A0C4039968}"/>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BB2BB05-D6F9-783C-B813-15ED78A6B20C}"/>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C7718EED-8D60-B27F-A4EF-42A175CC8C8D}"/>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6E3079BD-FCBC-C686-EA9D-0B1B87B28212}"/>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007699FE-D417-91CC-FA75-40752A0461F8}"/>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91413CC9-2050-18EE-0F77-FA026BCA66D7}"/>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0790FF39-F01B-80D4-7234-4F4BFF483894}"/>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F7AC64EC-4D6A-BE41-DA72-31037158F836}"/>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0D71E9C-EAEA-9CEC-AAE1-628E7BD36FB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660DF71-CCD4-FBEF-2563-60C21AD5CBAC}"/>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9E9AEEAE-4196-A1C9-45DA-75A08C2D623E}"/>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B5EA129F-07B0-D635-9381-46E75F984A24}"/>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BA3DF938-AECF-51D6-AE05-BB83BC55D146}"/>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903C8C61-9521-90D2-FE06-0EDA99039D77}"/>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F1EE30BD-A78F-1413-F65B-E2AE4308A34A}"/>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4DBDE3F2-E9E1-D95E-F3F9-E08152827A87}"/>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469E3803-31A2-AE38-4E9F-9B18EF6D9BE1}"/>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E40BFE14-433C-6261-B612-824D372D3B8D}"/>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279FB913-E60C-3F26-8BAB-98A97B8F3A5C}"/>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AC2DAB77-51AE-2863-3868-687D9FF2239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9391F3B5-1F22-EEAE-BB83-6D07E71A5FB1}"/>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6E330367-2B1A-D130-9D8D-7BED446EC84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3AC88833-33FB-A62E-7518-7722F7E917B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63EFFB9F-9951-53EF-662A-2B3852D7D610}"/>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b="1" kern="1200" dirty="0">
                <a:solidFill>
                  <a:schemeClr val="tx2"/>
                </a:solidFill>
                <a:latin typeface="+mn-lt"/>
                <a:ea typeface="+mn-ea"/>
                <a:cs typeface="+mn-cs"/>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9FAE69A-9AD3-A60E-B843-E07416CA40F5}"/>
              </a:ext>
            </a:extLst>
          </p:cNvPr>
          <p:cNvSpPr txBox="1"/>
          <p:nvPr/>
        </p:nvSpPr>
        <p:spPr>
          <a:xfrm>
            <a:off x="6688998" y="1089638"/>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8"/>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9"/>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0"/>
              </a:rPr>
              <a:t> </a:t>
            </a:r>
            <a:r>
              <a:rPr lang="en-US" sz="1600" dirty="0">
                <a:solidFill>
                  <a:schemeClr val="tx2"/>
                </a:solidFill>
                <a:latin typeface="+mn-lt"/>
                <a:ea typeface="+mn-ea"/>
                <a:hlinkClick r:id="rId10"/>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191968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8"/>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ACFFC66-8A53-1748-089C-10F999F508DC}"/>
              </a:ext>
            </a:extLst>
          </p:cNvPr>
          <p:cNvSpPr txBox="1"/>
          <p:nvPr/>
        </p:nvSpPr>
        <p:spPr>
          <a:xfrm>
            <a:off x="6688998" y="1071104"/>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9"/>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10"/>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1"/>
              </a:rPr>
              <a:t> </a:t>
            </a:r>
            <a:r>
              <a:rPr lang="en-US" sz="1600" dirty="0">
                <a:solidFill>
                  <a:schemeClr val="tx2"/>
                </a:solidFill>
                <a:latin typeface="+mn-lt"/>
                <a:ea typeface="+mn-ea"/>
                <a:hlinkClick r:id="rId11"/>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279803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Tree>
    <p:extLst>
      <p:ext uri="{BB962C8B-B14F-4D97-AF65-F5344CB8AC3E}">
        <p14:creationId xmlns:p14="http://schemas.microsoft.com/office/powerpoint/2010/main" val="2939516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02EBEA1-7041-D39E-E8B2-FAD0CF474387}"/>
              </a:ext>
            </a:extLst>
          </p:cNvPr>
          <p:cNvSpPr/>
          <p:nvPr/>
        </p:nvSpPr>
        <p:spPr>
          <a:xfrm>
            <a:off x="1423700" y="289362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4E4A9F10-1A20-75D7-567A-32554F95CCD4}"/>
              </a:ext>
            </a:extLst>
          </p:cNvPr>
          <p:cNvSpPr/>
          <p:nvPr/>
        </p:nvSpPr>
        <p:spPr>
          <a:xfrm>
            <a:off x="1533527" y="299587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FFFFF"/>
                </a:solidFill>
                <a:effectLst/>
                <a:uLnTx/>
                <a:uFillTx/>
                <a:latin typeface="Courier New" panose="02070309020205020404" pitchFamily="49" charset="0"/>
                <a:ea typeface="+mn-ea"/>
                <a:cs typeface="Courier New" panose="02070309020205020404" pitchFamily="49" charset="0"/>
              </a:rPr>
              <a:t>sds_buffer.</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32795" y="3012817"/>
            <a:ext cx="3507170" cy="741742"/>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A circular buffer management for each data stream</a:t>
            </a:r>
            <a:br>
              <a:rPr kumimoji="0" lang="en-US" sz="1200" b="0" i="0" u="none" strike="noStrike" kern="1200" cap="none" spc="0" normalizeH="0" baseline="0" noProof="0" dirty="0">
                <a:ln>
                  <a:noFill/>
                </a:ln>
                <a:solidFill>
                  <a:srgbClr val="333E48"/>
                </a:solidFill>
                <a:effectLst/>
                <a:uLnTx/>
                <a:uFillTx/>
                <a:latin typeface="Calibri"/>
                <a:ea typeface="+mn-ea"/>
                <a:cs typeface="+mn-cs"/>
              </a:rPr>
            </a:br>
            <a:r>
              <a:rPr kumimoji="0" lang="en-US" sz="1200" b="0" i="0" u="none" strike="noStrike" kern="1200" cap="none" spc="0" normalizeH="0" baseline="0" noProof="0" dirty="0">
                <a:ln>
                  <a:noFill/>
                </a:ln>
                <a:solidFill>
                  <a:srgbClr val="333E48"/>
                </a:solidFill>
                <a:effectLst/>
                <a:uLnTx/>
                <a:uFillTx/>
                <a:latin typeface="Calibri"/>
                <a:ea typeface="+mn-ea"/>
                <a:cs typeface="+mn-cs"/>
              </a:rPr>
              <a:t>triggers events back to the SDS Stream Interface when a buffer threshold is reached.</a:t>
            </a:r>
          </a:p>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endParaRPr kumimoji="0" lang="en-US" sz="1200" b="0" i="0" u="none" strike="noStrike" kern="1200" cap="none" spc="0" normalizeH="0" baseline="0" noProof="0" dirty="0">
              <a:ln>
                <a:noFill/>
              </a:ln>
              <a:solidFill>
                <a:srgbClr val="333E48"/>
              </a:solidFill>
              <a:effectLst/>
              <a:uLnTx/>
              <a:uFillTx/>
              <a:latin typeface="Calibri"/>
              <a:ea typeface="+mn-ea"/>
              <a:cs typeface="+mn-cs"/>
            </a:endParaRPr>
          </a:p>
        </p:txBody>
      </p:sp>
      <p:sp>
        <p:nvSpPr>
          <p:cNvPr id="35" name="Rectangle 34">
            <a:extLst>
              <a:ext uri="{FF2B5EF4-FFF2-40B4-BE49-F238E27FC236}">
                <a16:creationId xmlns:a16="http://schemas.microsoft.com/office/drawing/2014/main" id="{1F469086-77BB-6A4A-C688-3433A7B19C4F}"/>
              </a:ext>
            </a:extLst>
          </p:cNvPr>
          <p:cNvSpPr/>
          <p:nvPr/>
        </p:nvSpPr>
        <p:spPr>
          <a:xfrm>
            <a:off x="1423700" y="1924963"/>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sdsio_</a:t>
            </a:r>
            <a:r>
              <a:rPr kumimoji="0" lang="en-US" sz="1100" b="0" i="1"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x</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SDSIO Client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838429"/>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sds</a:t>
            </a: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data f</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iles</a:t>
            </a:r>
            <a:endPar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This SDSIO Client Interface implements the access to  </a:t>
            </a:r>
            <a:r>
              <a:rPr kumimoji="0" lang="en-US" sz="1100" b="1" i="0" u="none" strike="noStrike" kern="1200" cap="none" spc="0" normalizeH="0" baseline="0" noProof="0" dirty="0">
                <a:ln>
                  <a:noFill/>
                </a:ln>
                <a:solidFill>
                  <a:srgbClr val="333E48"/>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333E48"/>
                </a:solidFill>
                <a:effectLst/>
                <a:uLnTx/>
                <a:uFillTx/>
                <a:latin typeface="Courier New" panose="02070309020205020404" pitchFamily="49" charset="0"/>
                <a:ea typeface="+mn-ea"/>
                <a:cs typeface="Courier New" panose="02070309020205020404" pitchFamily="49" charset="0"/>
              </a:rPr>
              <a:t>sds</a:t>
            </a:r>
            <a:r>
              <a:rPr kumimoji="0" lang="en-US" sz="1200" b="0" i="0" u="none" strike="noStrike" kern="1200" cap="none" spc="0" normalizeH="0" baseline="0" noProof="0" dirty="0">
                <a:ln>
                  <a:noFill/>
                </a:ln>
                <a:solidFill>
                  <a:srgbClr val="333E48"/>
                </a:solidFill>
                <a:effectLst/>
                <a:uLnTx/>
                <a:uFillTx/>
                <a:latin typeface="Calibri"/>
                <a:ea typeface="+mn-ea"/>
                <a:cs typeface="+mn-cs"/>
              </a:rPr>
              <a:t> data files. Multiple SDSIO Client implementations are available that interface to file system, network, UART, USB, or RTT.</a:t>
            </a: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6" name="TextBox 35">
            <a:extLst>
              <a:ext uri="{FF2B5EF4-FFF2-40B4-BE49-F238E27FC236}">
                <a16:creationId xmlns:a16="http://schemas.microsoft.com/office/drawing/2014/main" id="{D798D057-DD8F-93AE-76B6-7649C571E2E2}"/>
              </a:ext>
            </a:extLst>
          </p:cNvPr>
          <p:cNvSpPr txBox="1"/>
          <p:nvPr/>
        </p:nvSpPr>
        <p:spPr>
          <a:xfrm>
            <a:off x="4024022" y="2080387"/>
            <a:ext cx="3507170" cy="3323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The SDS Stream Interface implements non-blocking, thread-safe functions to </a:t>
            </a:r>
            <a:r>
              <a:rPr kumimoji="0" lang="en-US" sz="1200" b="0" i="0" u="none" strike="noStrike" kern="1200" cap="none" spc="0" normalizeH="0" baseline="0" noProof="0">
                <a:ln>
                  <a:noFill/>
                </a:ln>
                <a:solidFill>
                  <a:srgbClr val="333E48"/>
                </a:solidFill>
                <a:effectLst/>
                <a:uLnTx/>
                <a:uFillTx/>
                <a:latin typeface="Calibri"/>
                <a:ea typeface="+mn-ea"/>
                <a:cs typeface="+mn-cs"/>
              </a:rPr>
              <a:t>read or write data </a:t>
            </a:r>
            <a:r>
              <a:rPr kumimoji="0" lang="en-US" sz="1200" b="0" i="0" u="none" strike="noStrike" kern="1200" cap="none" spc="0" normalizeH="0" baseline="0" noProof="0" dirty="0">
                <a:ln>
                  <a:noFill/>
                </a:ln>
                <a:solidFill>
                  <a:srgbClr val="333E48"/>
                </a:solidFill>
                <a:effectLst/>
                <a:uLnTx/>
                <a:uFillTx/>
                <a:latin typeface="Calibri"/>
                <a:ea typeface="+mn-ea"/>
                <a:cs typeface="+mn-cs"/>
              </a:rPr>
              <a:t>streams.</a:t>
            </a: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50458"/>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8026F6F4-8A79-5BB6-6762-88E8976A06E3}"/>
              </a:ext>
            </a:extLst>
          </p:cNvPr>
          <p:cNvSpPr/>
          <p:nvPr/>
        </p:nvSpPr>
        <p:spPr>
          <a:xfrm>
            <a:off x="1533527" y="2024645"/>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 Stream Interface</a:t>
            </a:r>
          </a:p>
        </p:txBody>
      </p:sp>
      <p:sp>
        <p:nvSpPr>
          <p:cNvPr id="7" name="Arrow: Up-Down 6">
            <a:extLst>
              <a:ext uri="{FF2B5EF4-FFF2-40B4-BE49-F238E27FC236}">
                <a16:creationId xmlns:a16="http://schemas.microsoft.com/office/drawing/2014/main" id="{E98C1AE2-7E66-8F87-F26E-B457C1B28874}"/>
              </a:ext>
            </a:extLst>
          </p:cNvPr>
          <p:cNvSpPr/>
          <p:nvPr/>
        </p:nvSpPr>
        <p:spPr>
          <a:xfrm>
            <a:off x="2241565" y="175765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FF0E82BA-21CE-49D2-33CB-90E1F2FFAEC9}"/>
              </a:ext>
            </a:extLst>
          </p:cNvPr>
          <p:cNvSpPr txBox="1"/>
          <p:nvPr/>
        </p:nvSpPr>
        <p:spPr>
          <a:xfrm>
            <a:off x="1436055" y="1408471"/>
            <a:ext cx="1844663" cy="332399"/>
          </a:xfrm>
          <a:prstGeom prst="rect">
            <a:avLst/>
          </a:prstGeom>
          <a:solidFill>
            <a:schemeClr val="bg1">
              <a:lumMod val="95000"/>
            </a:schemeClr>
          </a:solidFill>
          <a:ln w="19050">
            <a:solidFill>
              <a:schemeClr val="accent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Data stream application under development</a:t>
            </a:r>
          </a:p>
        </p:txBody>
      </p:sp>
    </p:spTree>
    <p:extLst>
      <p:ext uri="{BB962C8B-B14F-4D97-AF65-F5344CB8AC3E}">
        <p14:creationId xmlns:p14="http://schemas.microsoft.com/office/powerpoint/2010/main" val="2235802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spTree>
    <p:extLst>
      <p:ext uri="{BB962C8B-B14F-4D97-AF65-F5344CB8AC3E}">
        <p14:creationId xmlns:p14="http://schemas.microsoft.com/office/powerpoint/2010/main" val="3616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A608-109A-D66E-5D62-784AA94DF6AF}"/>
              </a:ext>
            </a:extLst>
          </p:cNvPr>
          <p:cNvSpPr>
            <a:spLocks noGrp="1"/>
          </p:cNvSpPr>
          <p:nvPr>
            <p:ph type="title"/>
          </p:nvPr>
        </p:nvSpPr>
        <p:spPr/>
        <p:txBody>
          <a:bodyPr/>
          <a:lstStyle/>
          <a:p>
            <a:r>
              <a:rPr lang="en-US"/>
              <a:t>SDSIO-Server Firmware / Monitor Interface</a:t>
            </a:r>
          </a:p>
        </p:txBody>
      </p:sp>
      <p:sp>
        <p:nvSpPr>
          <p:cNvPr id="4" name="Rectangle 3">
            <a:extLst>
              <a:ext uri="{FF2B5EF4-FFF2-40B4-BE49-F238E27FC236}">
                <a16:creationId xmlns:a16="http://schemas.microsoft.com/office/drawing/2014/main" id="{8F29A6C0-2066-78B0-CBFD-6A1EB85FAC66}"/>
              </a:ext>
            </a:extLst>
          </p:cNvPr>
          <p:cNvSpPr/>
          <p:nvPr/>
        </p:nvSpPr>
        <p:spPr>
          <a:xfrm>
            <a:off x="1829745"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Firmware</a:t>
            </a:r>
          </a:p>
        </p:txBody>
      </p:sp>
      <p:sp>
        <p:nvSpPr>
          <p:cNvPr id="6" name="Rectangle 5">
            <a:extLst>
              <a:ext uri="{FF2B5EF4-FFF2-40B4-BE49-F238E27FC236}">
                <a16:creationId xmlns:a16="http://schemas.microsoft.com/office/drawing/2014/main" id="{C3733F33-C8A8-E75D-1344-F54CD491DB8D}"/>
              </a:ext>
            </a:extLst>
          </p:cNvPr>
          <p:cNvSpPr/>
          <p:nvPr/>
        </p:nvSpPr>
        <p:spPr>
          <a:xfrm>
            <a:off x="7854913"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Monitor</a:t>
            </a:r>
            <a:br>
              <a:rPr lang="en-US" sz="1600"/>
            </a:br>
            <a:r>
              <a:rPr lang="en-US" sz="1600"/>
              <a:t>program</a:t>
            </a:r>
          </a:p>
        </p:txBody>
      </p:sp>
      <p:sp>
        <p:nvSpPr>
          <p:cNvPr id="7" name="Rectangle 6">
            <a:extLst>
              <a:ext uri="{FF2B5EF4-FFF2-40B4-BE49-F238E27FC236}">
                <a16:creationId xmlns:a16="http://schemas.microsoft.com/office/drawing/2014/main" id="{31509270-4247-41C5-D0BE-3F3D2AB68F69}"/>
              </a:ext>
            </a:extLst>
          </p:cNvPr>
          <p:cNvSpPr/>
          <p:nvPr/>
        </p:nvSpPr>
        <p:spPr>
          <a:xfrm>
            <a:off x="4842329"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SDSIO-Server</a:t>
            </a:r>
          </a:p>
        </p:txBody>
      </p:sp>
      <p:sp>
        <p:nvSpPr>
          <p:cNvPr id="8" name="Arrow: Left-Right 7">
            <a:extLst>
              <a:ext uri="{FF2B5EF4-FFF2-40B4-BE49-F238E27FC236}">
                <a16:creationId xmlns:a16="http://schemas.microsoft.com/office/drawing/2014/main" id="{F767E326-03AC-114C-0694-B2244F7A459E}"/>
              </a:ext>
            </a:extLst>
          </p:cNvPr>
          <p:cNvSpPr/>
          <p:nvPr/>
        </p:nvSpPr>
        <p:spPr>
          <a:xfrm>
            <a:off x="3473878"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8">
            <a:extLst>
              <a:ext uri="{FF2B5EF4-FFF2-40B4-BE49-F238E27FC236}">
                <a16:creationId xmlns:a16="http://schemas.microsoft.com/office/drawing/2014/main" id="{5C4A7DF1-3FE7-BD74-D728-6A00284466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3153" y="3329511"/>
            <a:ext cx="182348" cy="18234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DF8F7B51-70AD-4432-A6EB-30ED5BE6EC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14323" y="3346141"/>
            <a:ext cx="298389" cy="143226"/>
          </a:xfrm>
          <a:prstGeom prst="rect">
            <a:avLst/>
          </a:prstGeom>
          <a:noFill/>
          <a:extLst>
            <a:ext uri="{909E8E84-426E-40DD-AFC4-6F175D3DCCD1}">
              <a14:hiddenFill xmlns:a14="http://schemas.microsoft.com/office/drawing/2010/main">
                <a:solidFill>
                  <a:srgbClr val="FFFFFF"/>
                </a:solidFill>
              </a14:hiddenFill>
            </a:ext>
          </a:extLst>
        </p:spPr>
      </p:pic>
      <p:sp>
        <p:nvSpPr>
          <p:cNvPr id="12" name="Content Placeholder 2">
            <a:extLst>
              <a:ext uri="{FF2B5EF4-FFF2-40B4-BE49-F238E27FC236}">
                <a16:creationId xmlns:a16="http://schemas.microsoft.com/office/drawing/2014/main" id="{1FA0567E-E9D3-C071-9278-F9C8F00234F0}"/>
              </a:ext>
            </a:extLst>
          </p:cNvPr>
          <p:cNvSpPr txBox="1">
            <a:spLocks/>
          </p:cNvSpPr>
          <p:nvPr/>
        </p:nvSpPr>
        <p:spPr>
          <a:xfrm>
            <a:off x="3708993"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3" name="Content Placeholder 2">
            <a:extLst>
              <a:ext uri="{FF2B5EF4-FFF2-40B4-BE49-F238E27FC236}">
                <a16:creationId xmlns:a16="http://schemas.microsoft.com/office/drawing/2014/main" id="{E375F939-A1F3-1A84-B462-BBD07AA81488}"/>
              </a:ext>
            </a:extLst>
          </p:cNvPr>
          <p:cNvSpPr txBox="1">
            <a:spLocks/>
          </p:cNvSpPr>
          <p:nvPr/>
        </p:nvSpPr>
        <p:spPr>
          <a:xfrm>
            <a:off x="4230980"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5" name="Arrow: Left-Right 14">
            <a:extLst>
              <a:ext uri="{FF2B5EF4-FFF2-40B4-BE49-F238E27FC236}">
                <a16:creationId xmlns:a16="http://schemas.microsoft.com/office/drawing/2014/main" id="{38F9D35A-BD65-9A77-A0C3-5E9138412402}"/>
              </a:ext>
            </a:extLst>
          </p:cNvPr>
          <p:cNvSpPr/>
          <p:nvPr/>
        </p:nvSpPr>
        <p:spPr>
          <a:xfrm>
            <a:off x="6486462"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3A6A3B10-E5E4-9F47-5E84-122115E55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534" y="3324748"/>
            <a:ext cx="171519" cy="181048"/>
          </a:xfrm>
          <a:prstGeom prst="rect">
            <a:avLst/>
          </a:prstGeom>
        </p:spPr>
      </p:pic>
      <p:pic>
        <p:nvPicPr>
          <p:cNvPr id="18" name="Picture 8">
            <a:extLst>
              <a:ext uri="{FF2B5EF4-FFF2-40B4-BE49-F238E27FC236}">
                <a16:creationId xmlns:a16="http://schemas.microsoft.com/office/drawing/2014/main" id="{EB6A54B3-1AF9-E692-CD00-4CB8C91303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9513" y="3323448"/>
            <a:ext cx="182348" cy="182348"/>
          </a:xfrm>
          <a:prstGeom prst="rect">
            <a:avLst/>
          </a:prstGeom>
          <a:noFill/>
          <a:extLst>
            <a:ext uri="{909E8E84-426E-40DD-AFC4-6F175D3DCCD1}">
              <a14:hiddenFill xmlns:a14="http://schemas.microsoft.com/office/drawing/2010/main">
                <a:solidFill>
                  <a:srgbClr val="FFFFFF"/>
                </a:solidFill>
              </a14:hiddenFill>
            </a:ext>
          </a:extLst>
        </p:spPr>
      </p:pic>
      <p:sp>
        <p:nvSpPr>
          <p:cNvPr id="21" name="Content Placeholder 2">
            <a:extLst>
              <a:ext uri="{FF2B5EF4-FFF2-40B4-BE49-F238E27FC236}">
                <a16:creationId xmlns:a16="http://schemas.microsoft.com/office/drawing/2014/main" id="{0144CA25-A822-3C08-BF32-1124685473CF}"/>
              </a:ext>
            </a:extLst>
          </p:cNvPr>
          <p:cNvSpPr txBox="1">
            <a:spLocks/>
          </p:cNvSpPr>
          <p:nvPr/>
        </p:nvSpPr>
        <p:spPr>
          <a:xfrm>
            <a:off x="3371839"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Firmware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
        <p:nvSpPr>
          <p:cNvPr id="22" name="Content Placeholder 2">
            <a:extLst>
              <a:ext uri="{FF2B5EF4-FFF2-40B4-BE49-F238E27FC236}">
                <a16:creationId xmlns:a16="http://schemas.microsoft.com/office/drawing/2014/main" id="{8DCD7B86-4F8B-589F-35BC-270240FE7C33}"/>
              </a:ext>
            </a:extLst>
          </p:cNvPr>
          <p:cNvSpPr txBox="1">
            <a:spLocks/>
          </p:cNvSpPr>
          <p:nvPr/>
        </p:nvSpPr>
        <p:spPr>
          <a:xfrm>
            <a:off x="6379218"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Monitor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Tree>
    <p:extLst>
      <p:ext uri="{BB962C8B-B14F-4D97-AF65-F5344CB8AC3E}">
        <p14:creationId xmlns:p14="http://schemas.microsoft.com/office/powerpoint/2010/main" val="703875613"/>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7747</TotalTime>
  <Words>4373</Words>
  <Application>Microsoft Office PowerPoint</Application>
  <PresentationFormat>Widescreen</PresentationFormat>
  <Paragraphs>673</Paragraphs>
  <Slides>22</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SDS software developer framework DSP / ML algorithm design</vt:lpstr>
      <vt:lpstr>Data Labelling and Regression Test Configuration </vt:lpstr>
      <vt:lpstr>SDS: flexible stream management for sensor and audio data</vt:lpstr>
      <vt:lpstr>PowerPoint Presentation</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lpstr>SDSIO-Server Firmware / Monitor Interface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135</cp:revision>
  <dcterms:created xsi:type="dcterms:W3CDTF">2021-11-12T09:09:53Z</dcterms:created>
  <dcterms:modified xsi:type="dcterms:W3CDTF">2026-06-02T05:13:03Z</dcterms:modified>
</cp:coreProperties>
</file>