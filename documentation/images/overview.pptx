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1" r:id="rId1"/>
  </p:sldMasterIdLst>
  <p:notesMasterIdLst>
    <p:notesMasterId r:id="rId25"/>
  </p:notesMasterIdLst>
  <p:handoutMasterIdLst>
    <p:handoutMasterId r:id="rId26"/>
  </p:handoutMasterIdLst>
  <p:sldIdLst>
    <p:sldId id="2147476961" r:id="rId2"/>
    <p:sldId id="2147476962" r:id="rId3"/>
    <p:sldId id="14952" r:id="rId4"/>
    <p:sldId id="2147476965" r:id="rId5"/>
    <p:sldId id="2147479520" r:id="rId6"/>
    <p:sldId id="2147479526" r:id="rId7"/>
    <p:sldId id="2147479588" r:id="rId8"/>
    <p:sldId id="2147479584" r:id="rId9"/>
    <p:sldId id="2147479585" r:id="rId10"/>
    <p:sldId id="2145705724" r:id="rId11"/>
    <p:sldId id="2147479586" r:id="rId12"/>
    <p:sldId id="2147476964" r:id="rId13"/>
    <p:sldId id="2147479521" r:id="rId14"/>
    <p:sldId id="2145705746" r:id="rId15"/>
    <p:sldId id="2145705721" r:id="rId16"/>
    <p:sldId id="2145705723" r:id="rId17"/>
    <p:sldId id="2123260229" r:id="rId18"/>
    <p:sldId id="2147476967" r:id="rId19"/>
    <p:sldId id="2147479523" r:id="rId20"/>
    <p:sldId id="2147479524" r:id="rId21"/>
    <p:sldId id="2147479525" r:id="rId22"/>
    <p:sldId id="2147479587" r:id="rId23"/>
    <p:sldId id="2147479589"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Stefano Cadario" initials="SC" lastIdx="1" clrIdx="0">
    <p:extLst>
      <p:ext uri="{19B8F6BF-5375-455C-9EA6-DF929625EA0E}">
        <p15:presenceInfo xmlns:p15="http://schemas.microsoft.com/office/powerpoint/2012/main" userId="S::Stefano.Cadario@arm.com::80442c5e-a86e-4e3c-a034-07962a038ecc" providerId="AD"/>
      </p:ext>
    </p:extLst>
  </p:cmAuthor>
  <p:cmAuthor id="2" name="Barbara Bengyel" initials="BB" lastIdx="1" clrIdx="1">
    <p:extLst>
      <p:ext uri="{19B8F6BF-5375-455C-9EA6-DF929625EA0E}">
        <p15:presenceInfo xmlns:p15="http://schemas.microsoft.com/office/powerpoint/2012/main" userId="S::barbara.bengyel@arm.com::e8b45ead-9f84-4a51-9340-10c649ecd501" providerId="AD"/>
      </p:ext>
    </p:extLst>
  </p:cmAuthor>
  <p:cmAuthor id="3" name="Joachim Krech" initials="JK" lastIdx="1" clrIdx="2">
    <p:extLst>
      <p:ext uri="{19B8F6BF-5375-455C-9EA6-DF929625EA0E}">
        <p15:presenceInfo xmlns:p15="http://schemas.microsoft.com/office/powerpoint/2012/main" userId="S::Joachim.Krech@arm.com::6c90bbe8-e19a-475d-8c2c-8397cc371543" providerId="AD"/>
      </p:ext>
    </p:extLst>
  </p:cmAuthor>
  <p:cmAuthor id="4" name="Reinhard Keil" initials="RK" lastIdx="1" clrIdx="3">
    <p:extLst>
      <p:ext uri="{19B8F6BF-5375-455C-9EA6-DF929625EA0E}">
        <p15:presenceInfo xmlns:p15="http://schemas.microsoft.com/office/powerpoint/2012/main" userId="S::Reinhard.Keil@arm.com::a74c14d9-6dde-4ffd-bc62-ceabab23c919"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0091BD"/>
    <a:srgbClr val="A6A6A6"/>
    <a:srgbClr val="7F7F7F"/>
    <a:srgbClr val="FFC7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36" autoAdjust="0"/>
    <p:restoredTop sz="94660"/>
  </p:normalViewPr>
  <p:slideViewPr>
    <p:cSldViewPr snapToGrid="0" showGuides="1">
      <p:cViewPr varScale="1">
        <p:scale>
          <a:sx n="155" d="100"/>
          <a:sy n="155" d="100"/>
        </p:scale>
        <p:origin x="888" y="150"/>
      </p:cViewPr>
      <p:guideLst>
        <p:guide orient="horz" pos="2160"/>
        <p:guide pos="3840"/>
      </p:guideLst>
    </p:cSldViewPr>
  </p:slideViewPr>
  <p:notesTextViewPr>
    <p:cViewPr>
      <p:scale>
        <a:sx n="3" d="2"/>
        <a:sy n="3" d="2"/>
      </p:scale>
      <p:origin x="-6" y="-18"/>
    </p:cViewPr>
  </p:notesTextViewPr>
  <p:notesViewPr>
    <p:cSldViewPr snapToGrid="0" showGuides="1">
      <p:cViewPr varScale="1">
        <p:scale>
          <a:sx n="120" d="100"/>
          <a:sy n="120" d="100"/>
        </p:scale>
        <p:origin x="4962" y="12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commentAuthors" Target="commentAuthors.xml"/><Relationship Id="rId30" Type="http://schemas.openxmlformats.org/officeDocument/2006/relationships/theme" Target="theme/theme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1A3C70E-54AD-4107-B38D-530E18B05AEB}"/>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ABB342A8-7A12-4C03-B162-F43C14419A5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08FFADC-39A7-449E-8C68-8776E6FB3C1A}" type="datetimeFigureOut">
              <a:rPr lang="en-GB" smtClean="0"/>
              <a:t>05/07/2026</a:t>
            </a:fld>
            <a:endParaRPr lang="en-GB"/>
          </a:p>
        </p:txBody>
      </p:sp>
      <p:sp>
        <p:nvSpPr>
          <p:cNvPr id="4" name="Footer Placeholder 3">
            <a:extLst>
              <a:ext uri="{FF2B5EF4-FFF2-40B4-BE49-F238E27FC236}">
                <a16:creationId xmlns:a16="http://schemas.microsoft.com/office/drawing/2014/main" id="{E4AD25A0-15E5-4BF6-9F32-8BD4E1DF5185}"/>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35038C07-F7C1-4141-BF59-1847AE735BD4}"/>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10C69231-AFE2-4330-AF6B-EEB343F99539}" type="slidenum">
              <a:rPr lang="en-GB" smtClean="0"/>
              <a:t>‹#›</a:t>
            </a:fld>
            <a:endParaRPr lang="en-GB"/>
          </a:p>
        </p:txBody>
      </p:sp>
    </p:spTree>
    <p:extLst>
      <p:ext uri="{BB962C8B-B14F-4D97-AF65-F5344CB8AC3E}">
        <p14:creationId xmlns:p14="http://schemas.microsoft.com/office/powerpoint/2010/main" val="6554614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B9BAAB-B703-4BB5-9D08-B460FC03C23A}" type="datetimeFigureOut">
              <a:rPr lang="en-GB" smtClean="0"/>
              <a:t>05/07/2026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5766A5B-B69C-40C5-853F-D27DDBF34364}" type="slidenum">
              <a:rPr lang="en-GB" smtClean="0"/>
              <a:t>‹#›</a:t>
            </a:fld>
            <a:endParaRPr lang="en-GB"/>
          </a:p>
        </p:txBody>
      </p:sp>
    </p:spTree>
    <p:extLst>
      <p:ext uri="{BB962C8B-B14F-4D97-AF65-F5344CB8AC3E}">
        <p14:creationId xmlns:p14="http://schemas.microsoft.com/office/powerpoint/2010/main" val="187130270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27896415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0F6ADD-E28E-8E11-EDC7-4B14FEE82C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1DBC32-348D-6E7D-A338-06D6A7AF20D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8332E6C-6EA0-3861-A60F-ADD796420CC1}"/>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3C390F65-C09D-BC13-4195-E4561A223ACA}"/>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2</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0889406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4</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73BD1-5EB5-4076-82E6-D2BE11BD6F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CEC33E-EF86-DAFE-96E7-A75CA9BB5A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507DAFF-4A0A-AF20-1E91-F110A0FB8FCC}"/>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4B0CA354-A2B4-9935-B863-93EF55A61960}"/>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5</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53054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8817B-2C84-0240-CBFF-6FBDB30E164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670C1B-945F-1E17-0244-4ADEF577A4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DF37F04-4715-B148-FFB9-3A4189AFF42D}"/>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2602E900-68FF-3523-8D51-2970DF37A819}"/>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6</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5850393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5DAA91-FAF9-F99E-8862-7A3AD4C254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61A5128-549C-5156-28C0-5DF6501C15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8F91A0-687D-5148-EC5B-AFE77E342082}"/>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C83C1D08-431F-BAE2-CC99-674565B7D746}"/>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7</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9371719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9C6061-792F-9970-5A07-48250EA8182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EEB56C-A06C-4BC4-D222-C4E7CDE49E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7BFB53F-65CD-1ACE-2B46-BBC19E794804}"/>
              </a:ext>
            </a:extLst>
          </p:cNvPr>
          <p:cNvSpPr>
            <a:spLocks noGrp="1"/>
          </p:cNvSpPr>
          <p:nvPr>
            <p:ph type="body" idx="1"/>
          </p:nvPr>
        </p:nvSpPr>
        <p:spPr/>
        <p:txBody>
          <a:bodyPr/>
          <a:lstStyle/>
          <a:p>
            <a:r>
              <a:rPr lang="en-US" sz="1600" dirty="0">
                <a:latin typeface="Arial" panose="020B0604020202020204" pitchFamily="34" charset="0"/>
                <a:cs typeface="Arial" panose="020B0604020202020204" pitchFamily="34" charset="0"/>
              </a:rPr>
              <a:t>But how is such an Edge AI application developed?  Let’s take a look.</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and Edge Impulse is one of our partners in this space.</a:t>
            </a:r>
          </a:p>
          <a:p>
            <a:br>
              <a:rPr lang="en-US" sz="1600" dirty="0">
                <a:latin typeface="Arial" panose="020B0604020202020204" pitchFamily="34" charset="0"/>
                <a:cs typeface="Arial" panose="020B0604020202020204" pitchFamily="34" charset="0"/>
              </a:rPr>
            </a:br>
            <a:r>
              <a:rPr lang="en-US" sz="1600" dirty="0">
                <a:latin typeface="Arial" panose="020B0604020202020204" pitchFamily="34" charset="0"/>
                <a:cs typeface="Arial" panose="020B0604020202020204" pitchFamily="34" charset="0"/>
              </a:rPr>
              <a:t>In the </a:t>
            </a:r>
            <a:r>
              <a:rPr lang="en-US" sz="1600" dirty="0" err="1">
                <a:latin typeface="Arial" panose="020B0604020202020204" pitchFamily="34" charset="0"/>
                <a:cs typeface="Arial" panose="020B0604020202020204" pitchFamily="34" charset="0"/>
              </a:rPr>
              <a:t>MLOps</a:t>
            </a:r>
            <a:r>
              <a:rPr lang="en-US" sz="1600" dirty="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dirty="0">
              <a:latin typeface="Arial" panose="020B0604020202020204" pitchFamily="34" charset="0"/>
              <a:cs typeface="Arial" panose="020B0604020202020204" pitchFamily="34" charset="0"/>
            </a:endParaRPr>
          </a:p>
          <a:p>
            <a:r>
              <a:rPr lang="en-US" sz="1600" dirty="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E4B7C58C-9A5A-B493-1451-1CF440D57933}"/>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8</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1453292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FCB62A-DBFB-5410-53CE-F619707219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DEE3BA2-0AB1-4719-49C2-1579C2074F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4A9746-1E83-2340-F673-B0190474BBF9}"/>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718389DC-ECAC-04FD-57BB-E96D654EF431}"/>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13</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399548049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14</a:t>
            </a:fld>
            <a:endParaRPr lang="en-US" altLang="en-US"/>
          </a:p>
        </p:txBody>
      </p:sp>
    </p:spTree>
    <p:extLst>
      <p:ext uri="{BB962C8B-B14F-4D97-AF65-F5344CB8AC3E}">
        <p14:creationId xmlns:p14="http://schemas.microsoft.com/office/powerpoint/2010/main" val="395875939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a:defRPr/>
            </a:pPr>
            <a:fld id="{3B16354E-6974-4833-AB87-3220A0835E84}" type="slidenum">
              <a:rPr lang="en-US" altLang="en-US" smtClean="0"/>
              <a:pPr>
                <a:defRPr/>
              </a:pPr>
              <a:t>15</a:t>
            </a:fld>
            <a:endParaRPr lang="en-US" altLang="en-US"/>
          </a:p>
        </p:txBody>
      </p:sp>
    </p:spTree>
    <p:extLst>
      <p:ext uri="{BB962C8B-B14F-4D97-AF65-F5344CB8AC3E}">
        <p14:creationId xmlns:p14="http://schemas.microsoft.com/office/powerpoint/2010/main" val="12682593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01EA74-FC94-CAB6-CE70-C0299A98F3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A881D1-17F3-52C6-31AE-ED5B04E7D7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726AD0-E37D-B3A8-A5FD-B23402EE5973}"/>
              </a:ext>
            </a:extLst>
          </p:cNvPr>
          <p:cNvSpPr>
            <a:spLocks noGrp="1"/>
          </p:cNvSpPr>
          <p:nvPr>
            <p:ph type="body" idx="1"/>
          </p:nvPr>
        </p:nvSpPr>
        <p:spPr/>
        <p:txBody>
          <a:bodyPr/>
          <a:lstStyle/>
          <a:p>
            <a:r>
              <a:rPr lang="en-US" sz="1600">
                <a:latin typeface="Arial" panose="020B0604020202020204" pitchFamily="34" charset="0"/>
                <a:cs typeface="Arial" panose="020B0604020202020204" pitchFamily="34" charset="0"/>
              </a:rPr>
              <a:t>But how is such an Edge AI application developed?  Let’s take a look.</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An Edge AI Device has a classic embedded part that integrates an Optimized ML Model.  The classic embedded software interfaces to the sensor, audio or video input of your device, and contains DSP algorithms for signal conditioning. And of course, the output interface.</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For the ML Development you need real-world data. Arm offers the SDS software component for data capturing which we will demonstrate in a dedicated webinar later this year. The data is fed into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and Edge Impulse is one of our partners in this space.</a:t>
            </a:r>
          </a:p>
          <a:p>
            <a:br>
              <a:rPr lang="en-US" sz="1600">
                <a:latin typeface="Arial" panose="020B0604020202020204" pitchFamily="34" charset="0"/>
                <a:cs typeface="Arial" panose="020B0604020202020204" pitchFamily="34" charset="0"/>
              </a:rPr>
            </a:br>
            <a:r>
              <a:rPr lang="en-US" sz="1600">
                <a:latin typeface="Arial" panose="020B0604020202020204" pitchFamily="34" charset="0"/>
                <a:cs typeface="Arial" panose="020B0604020202020204" pitchFamily="34" charset="0"/>
              </a:rPr>
              <a:t>In the </a:t>
            </a:r>
            <a:r>
              <a:rPr lang="en-US" sz="1600" err="1">
                <a:latin typeface="Arial" panose="020B0604020202020204" pitchFamily="34" charset="0"/>
                <a:cs typeface="Arial" panose="020B0604020202020204" pitchFamily="34" charset="0"/>
              </a:rPr>
              <a:t>MLOps</a:t>
            </a:r>
            <a:r>
              <a:rPr lang="en-US" sz="1600">
                <a:latin typeface="Arial" panose="020B0604020202020204" pitchFamily="34" charset="0"/>
                <a:cs typeface="Arial" panose="020B0604020202020204" pitchFamily="34" charset="0"/>
              </a:rPr>
              <a:t> system, you specify your use-case, and a model searcher helps identifying the right model. Afterwards, compression, training, clustering, and quantization is applied to the model to fit it into the memory of constrained edge devices. Finally, this is compiled, validated, and delivered to the classic embedded development flow for integration.</a:t>
            </a:r>
          </a:p>
          <a:p>
            <a:endParaRPr lang="en-US" sz="1600">
              <a:latin typeface="Arial" panose="020B0604020202020204" pitchFamily="34" charset="0"/>
              <a:cs typeface="Arial" panose="020B0604020202020204" pitchFamily="34" charset="0"/>
            </a:endParaRPr>
          </a:p>
          <a:p>
            <a:r>
              <a:rPr lang="en-US" sz="1600">
                <a:latin typeface="Arial" panose="020B0604020202020204" pitchFamily="34" charset="0"/>
                <a:cs typeface="Arial" panose="020B0604020202020204" pitchFamily="34" charset="0"/>
              </a:rPr>
              <a:t>Edge Impulse will now show us how this works in practice with their system.  Over to you Alessandro!</a:t>
            </a:r>
          </a:p>
        </p:txBody>
      </p:sp>
      <p:sp>
        <p:nvSpPr>
          <p:cNvPr id="4" name="Slide Number Placeholder 3">
            <a:extLst>
              <a:ext uri="{FF2B5EF4-FFF2-40B4-BE49-F238E27FC236}">
                <a16:creationId xmlns:a16="http://schemas.microsoft.com/office/drawing/2014/main" id="{50357D64-F75F-B081-2B1E-F4839193500C}"/>
              </a:ext>
            </a:extLst>
          </p:cNvPr>
          <p:cNvSpPr>
            <a:spLocks noGrp="1"/>
          </p:cNvSpPr>
          <p:nvPr>
            <p:ph type="sldNum" sz="quarter" idx="5"/>
          </p:nvPr>
        </p:nvSpPr>
        <p:spPr/>
        <p:txBody>
          <a:bodyPr/>
          <a:lstStyle/>
          <a:p>
            <a:pPr marL="0" marR="0" lvl="0" indent="0" algn="r" defTabSz="914400" rtl="0" eaLnBrk="1" fontAlgn="base" latinLnBrk="0" hangingPunct="1">
              <a:lnSpc>
                <a:spcPct val="100000"/>
              </a:lnSpc>
              <a:spcBef>
                <a:spcPct val="0"/>
              </a:spcBef>
              <a:spcAft>
                <a:spcPct val="0"/>
              </a:spcAft>
              <a:buClrTx/>
              <a:buSzTx/>
              <a:buFontTx/>
              <a:buNone/>
              <a:tabLst/>
              <a:defRPr/>
            </a:pPr>
            <a:fld id="{3B16354E-6974-4833-AB87-3220A0835E84}" type="slidenum">
              <a:rPr kumimoji="0" lang="en-US" altLang="en-US" sz="1200" b="0" i="0" u="none" strike="noStrike" kern="1200" cap="none" spc="0" normalizeH="0" baseline="0" noProof="0" smtClean="0">
                <a:ln>
                  <a:noFill/>
                </a:ln>
                <a:solidFill>
                  <a:prstClr val="black"/>
                </a:solidFill>
                <a:effectLst/>
                <a:uLnTx/>
                <a:uFillTx/>
                <a:latin typeface="Calibri" charset="0"/>
                <a:ea typeface="ＭＳ Ｐゴシック" charset="-128"/>
                <a:cs typeface="+mn-cs"/>
              </a:rPr>
              <a:pPr marL="0" marR="0" lvl="0" indent="0" algn="r" defTabSz="914400" rtl="0" eaLnBrk="1" fontAlgn="base" latinLnBrk="0" hangingPunct="1">
                <a:lnSpc>
                  <a:spcPct val="100000"/>
                </a:lnSpc>
                <a:spcBef>
                  <a:spcPct val="0"/>
                </a:spcBef>
                <a:spcAft>
                  <a:spcPct val="0"/>
                </a:spcAft>
                <a:buClrTx/>
                <a:buSzTx/>
                <a:buFontTx/>
                <a:buNone/>
                <a:tabLst/>
                <a:defRPr/>
              </a:pPr>
              <a:t>19</a:t>
            </a:fld>
            <a:endParaRPr kumimoji="0" lang="en-US" altLang="en-US" sz="1200" b="0" i="0" u="none" strike="noStrike" kern="1200" cap="none" spc="0" normalizeH="0" baseline="0" noProof="0">
              <a:ln>
                <a:noFill/>
              </a:ln>
              <a:solidFill>
                <a:prstClr val="black"/>
              </a:solidFill>
              <a:effectLst/>
              <a:uLnTx/>
              <a:uFillTx/>
              <a:latin typeface="Calibri" charset="0"/>
              <a:ea typeface="ＭＳ Ｐゴシック" charset="-128"/>
              <a:cs typeface="+mn-cs"/>
            </a:endParaRPr>
          </a:p>
        </p:txBody>
      </p:sp>
    </p:spTree>
    <p:extLst>
      <p:ext uri="{BB962C8B-B14F-4D97-AF65-F5344CB8AC3E}">
        <p14:creationId xmlns:p14="http://schemas.microsoft.com/office/powerpoint/2010/main" val="52901784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 column slid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6250"/>
            <a:ext cx="11233150" cy="654760"/>
          </a:xfrm>
        </p:spPr>
        <p:txBody>
          <a:bodyPr anchor="t"/>
          <a:lstStyle>
            <a:lvl1pPr>
              <a:defRPr b="0"/>
            </a:lvl1pPr>
          </a:lstStyle>
          <a:p>
            <a:r>
              <a:rPr lang="en-US" dirty="0"/>
              <a:t>Click to Edit Master Title Style</a:t>
            </a:r>
          </a:p>
        </p:txBody>
      </p:sp>
      <p:sp>
        <p:nvSpPr>
          <p:cNvPr id="4" name="Text Placeholder 2"/>
          <p:cNvSpPr>
            <a:spLocks noGrp="1"/>
          </p:cNvSpPr>
          <p:nvPr>
            <p:ph idx="1" hasCustomPrompt="1"/>
          </p:nvPr>
        </p:nvSpPr>
        <p:spPr>
          <a:xfrm>
            <a:off x="479425" y="1171111"/>
            <a:ext cx="11233150" cy="4948335"/>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marL="672783">
              <a:lnSpc>
                <a:spcPct val="100000"/>
              </a:lnSpc>
              <a:spcAft>
                <a:spcPts val="0"/>
              </a:spcAft>
              <a:defRPr sz="2000">
                <a:solidFill>
                  <a:schemeClr val="tx2"/>
                </a:solidFill>
              </a:defRPr>
            </a:lvl2pPr>
            <a:lvl3pPr marL="947103">
              <a:lnSpc>
                <a:spcPct val="100000"/>
              </a:lnSpc>
              <a:spcAft>
                <a:spcPts val="0"/>
              </a:spcAft>
              <a:defRPr sz="1800">
                <a:solidFill>
                  <a:schemeClr val="tx2"/>
                </a:solidFill>
              </a:defRPr>
            </a:lvl3pPr>
            <a:lvl4pPr marL="1293178">
              <a:lnSpc>
                <a:spcPct val="100000"/>
              </a:lnSpc>
              <a:spcAft>
                <a:spcPts val="0"/>
              </a:spcAft>
              <a:defRPr sz="1800">
                <a:solidFill>
                  <a:schemeClr val="tx2"/>
                </a:solidFill>
              </a:defRPr>
            </a:lvl4pPr>
            <a:lvl5pPr marL="1518603">
              <a:lnSpc>
                <a:spcPct val="100000"/>
              </a:lnSpc>
              <a:spcAft>
                <a:spcPts val="0"/>
              </a:spcAft>
              <a:defRPr sz="1800">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noProof="0" dirty="0"/>
              <a:t>Click to edit Master text styles with Top Level Bullet</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Tree>
    <p:extLst>
      <p:ext uri="{BB962C8B-B14F-4D97-AF65-F5344CB8AC3E}">
        <p14:creationId xmlns:p14="http://schemas.microsoft.com/office/powerpoint/2010/main" val="623465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 column slide w/ Sub">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nchor="t"/>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554489"/>
            <a:ext cx="11233150" cy="455323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chemeClr val="tx2"/>
                </a:solidFill>
              </a:defRPr>
            </a:lvl1pPr>
            <a:lvl2pPr>
              <a:lnSpc>
                <a:spcPct val="100000"/>
              </a:lnSpc>
              <a:spcAft>
                <a:spcPts val="0"/>
              </a:spcAft>
              <a:buClr>
                <a:schemeClr val="accent1"/>
              </a:buClr>
              <a:defRPr sz="2000">
                <a:solidFill>
                  <a:schemeClr val="tx2"/>
                </a:solidFill>
              </a:defRPr>
            </a:lvl2pPr>
            <a:lvl3pPr>
              <a:lnSpc>
                <a:spcPct val="100000"/>
              </a:lnSpc>
              <a:spcAft>
                <a:spcPts val="0"/>
              </a:spcAft>
              <a:buClr>
                <a:schemeClr val="accent1"/>
              </a:buClr>
              <a:defRPr>
                <a:solidFill>
                  <a:schemeClr val="tx2"/>
                </a:solidFill>
              </a:defRPr>
            </a:lvl3pPr>
            <a:lvl4pPr>
              <a:lnSpc>
                <a:spcPct val="100000"/>
              </a:lnSpc>
              <a:spcAft>
                <a:spcPts val="0"/>
              </a:spcAft>
              <a:buClr>
                <a:schemeClr val="accent1"/>
              </a:buClr>
              <a:defRPr>
                <a:solidFill>
                  <a:schemeClr val="tx2"/>
                </a:solidFill>
              </a:defRPr>
            </a:lvl4pPr>
            <a:lvl5pPr>
              <a:lnSpc>
                <a:spcPct val="100000"/>
              </a:lnSpc>
              <a:spcAft>
                <a:spcPts val="0"/>
              </a:spcAft>
              <a:buClr>
                <a:schemeClr val="accent1"/>
              </a:buClr>
              <a:defRPr>
                <a:solidFill>
                  <a:schemeClr val="tx2"/>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15754041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83E00537-4172-4053-A616-87E429C679AC}"/>
              </a:ext>
            </a:extLst>
          </p:cNvPr>
          <p:cNvCxnSpPr>
            <a:cxnSpLocks/>
          </p:cNvCxnSpPr>
          <p:nvPr userDrawn="1"/>
        </p:nvCxnSpPr>
        <p:spPr>
          <a:xfrm>
            <a:off x="6096000" y="1620481"/>
            <a:ext cx="0" cy="451520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hasCustomPrompt="1"/>
          </p:nvPr>
        </p:nvSpPr>
        <p:spPr>
          <a:xfrm>
            <a:off x="479425" y="991131"/>
            <a:ext cx="11233150" cy="359204"/>
          </a:xfrm>
        </p:spPr>
        <p:txBody>
          <a:bodyPr anchor="t"/>
          <a:lstStyle>
            <a:lvl1pPr marL="0" indent="0">
              <a:spcAft>
                <a:spcPts val="0"/>
              </a:spcAft>
              <a:buNone/>
              <a:defRPr sz="2400">
                <a:solidFill>
                  <a:schemeClr val="accent6"/>
                </a:solidFill>
              </a:defRPr>
            </a:lvl1pPr>
          </a:lstStyle>
          <a:p>
            <a:pPr lvl="0"/>
            <a:r>
              <a:rPr lang="en-US" dirty="0"/>
              <a:t>Click to edit Master text styles</a:t>
            </a:r>
          </a:p>
        </p:txBody>
      </p:sp>
      <p:sp>
        <p:nvSpPr>
          <p:cNvPr id="9" name="Text Placeholder 131"/>
          <p:cNvSpPr>
            <a:spLocks noGrp="1"/>
          </p:cNvSpPr>
          <p:nvPr>
            <p:ph type="body" sz="quarter" idx="16" hasCustomPrompt="1"/>
          </p:nvPr>
        </p:nvSpPr>
        <p:spPr>
          <a:xfrm>
            <a:off x="479425" y="1620481"/>
            <a:ext cx="53456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 name="Content Placeholder 3"/>
          <p:cNvSpPr>
            <a:spLocks noGrp="1"/>
          </p:cNvSpPr>
          <p:nvPr>
            <p:ph sz="quarter" idx="19"/>
          </p:nvPr>
        </p:nvSpPr>
        <p:spPr>
          <a:xfrm>
            <a:off x="477587" y="2202443"/>
            <a:ext cx="5347480" cy="3933245"/>
          </a:xfrm>
        </p:spPr>
        <p:txBody>
          <a:bodyPr/>
          <a:lstStyle>
            <a:lvl1pPr marL="342900" indent="-342900" algn="just">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31"/>
          <p:cNvSpPr>
            <a:spLocks noGrp="1"/>
          </p:cNvSpPr>
          <p:nvPr>
            <p:ph type="body" sz="quarter" idx="18" hasCustomPrompt="1"/>
          </p:nvPr>
        </p:nvSpPr>
        <p:spPr>
          <a:xfrm>
            <a:off x="6341534" y="1620481"/>
            <a:ext cx="5371042"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2" name="Content Placeholder 3"/>
          <p:cNvSpPr>
            <a:spLocks noGrp="1"/>
          </p:cNvSpPr>
          <p:nvPr>
            <p:ph sz="quarter" idx="21" hasCustomPrompt="1"/>
          </p:nvPr>
        </p:nvSpPr>
        <p:spPr>
          <a:xfrm>
            <a:off x="6339947" y="2202442"/>
            <a:ext cx="5372628" cy="3933246"/>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marL="947103">
              <a:lnSpc>
                <a:spcPct val="100000"/>
              </a:lnSpc>
              <a:spcAft>
                <a:spcPts val="0"/>
              </a:spcAft>
              <a:buClr>
                <a:schemeClr val="accent1"/>
              </a:buClr>
              <a:defRPr>
                <a:solidFill>
                  <a:srgbClr val="333E48"/>
                </a:solidFill>
              </a:defRPr>
            </a:lvl3pPr>
            <a:lvl4pPr marL="1293178" indent="-173038">
              <a:lnSpc>
                <a:spcPct val="100000"/>
              </a:lnSpc>
              <a:spcAft>
                <a:spcPts val="0"/>
              </a:spcAft>
              <a:buClr>
                <a:schemeClr val="accent1"/>
              </a:buClr>
              <a:buFont typeface="Arial" charset="0"/>
              <a:buChar char="•"/>
              <a:defRPr>
                <a:solidFill>
                  <a:srgbClr val="333E48"/>
                </a:solidFill>
              </a:defRPr>
            </a:lvl4pPr>
            <a:lvl5pPr marL="1518603">
              <a:lnSpc>
                <a:spcPct val="100000"/>
              </a:lnSpc>
              <a:spcAft>
                <a:spcPts val="0"/>
              </a:spcAft>
              <a:buClr>
                <a:schemeClr val="accent1"/>
              </a:buClr>
              <a:defRPr>
                <a:solidFill>
                  <a:srgbClr val="333E48"/>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2136454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3 column slide ">
    <p:spTree>
      <p:nvGrpSpPr>
        <p:cNvPr id="1" name=""/>
        <p:cNvGrpSpPr/>
        <p:nvPr/>
      </p:nvGrpSpPr>
      <p:grpSpPr>
        <a:xfrm>
          <a:off x="0" y="0"/>
          <a:ext cx="0" cy="0"/>
          <a:chOff x="0" y="0"/>
          <a:chExt cx="0" cy="0"/>
        </a:xfrm>
      </p:grpSpPr>
      <p:cxnSp>
        <p:nvCxnSpPr>
          <p:cNvPr id="11" name="Straight Connector 10">
            <a:extLst>
              <a:ext uri="{FF2B5EF4-FFF2-40B4-BE49-F238E27FC236}">
                <a16:creationId xmlns:a16="http://schemas.microsoft.com/office/drawing/2014/main" id="{E9795D2F-D322-4144-8DA8-55D6A2942740}"/>
              </a:ext>
            </a:extLst>
          </p:cNvPr>
          <p:cNvCxnSpPr>
            <a:cxnSpLocks/>
          </p:cNvCxnSpPr>
          <p:nvPr userDrawn="1"/>
        </p:nvCxnSpPr>
        <p:spPr bwMode="auto">
          <a:xfrm>
            <a:off x="4148138"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0B4D2EAD-40A5-4C0B-900F-916EB19FF748}"/>
              </a:ext>
            </a:extLst>
          </p:cNvPr>
          <p:cNvCxnSpPr>
            <a:cxnSpLocks/>
          </p:cNvCxnSpPr>
          <p:nvPr userDrawn="1"/>
        </p:nvCxnSpPr>
        <p:spPr bwMode="auto">
          <a:xfrm>
            <a:off x="8051800" y="1611050"/>
            <a:ext cx="0" cy="4448438"/>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userDrawn="1">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userDrawn="1">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7" name="Text Placeholder 2"/>
          <p:cNvSpPr>
            <a:spLocks noGrp="1"/>
          </p:cNvSpPr>
          <p:nvPr userDrawn="1">
            <p:ph idx="1"/>
          </p:nvPr>
        </p:nvSpPr>
        <p:spPr>
          <a:xfrm>
            <a:off x="479426" y="2373786"/>
            <a:ext cx="3372644"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defRPr>
                <a:solidFill>
                  <a:srgbClr val="383838"/>
                </a:solidFill>
              </a:defRPr>
            </a:lvl3pPr>
            <a:lvl4pPr>
              <a:defRPr>
                <a:solidFill>
                  <a:srgbClr val="383838"/>
                </a:solidFill>
              </a:defRPr>
            </a:lvl4pPr>
            <a:lvl5pPr>
              <a:defRPr>
                <a:solidFill>
                  <a:srgbClr val="383838"/>
                </a:solidFill>
              </a:defRPr>
            </a:lvl5pPr>
          </a:lstStyle>
          <a:p>
            <a:pPr lvl="0"/>
            <a:r>
              <a:rPr lang="en-US"/>
              <a:t>Click to edit Master text styles</a:t>
            </a:r>
          </a:p>
          <a:p>
            <a:pPr lvl="1"/>
            <a:r>
              <a:rPr lang="en-US"/>
              <a:t>Second level</a:t>
            </a:r>
          </a:p>
        </p:txBody>
      </p:sp>
      <p:sp>
        <p:nvSpPr>
          <p:cNvPr id="100" name="Text Placeholder 131"/>
          <p:cNvSpPr>
            <a:spLocks noGrp="1"/>
          </p:cNvSpPr>
          <p:nvPr userDrawn="1">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3" name="Text Placeholder 2"/>
          <p:cNvSpPr>
            <a:spLocks noGrp="1"/>
          </p:cNvSpPr>
          <p:nvPr userDrawn="1">
            <p:ph idx="17"/>
          </p:nvPr>
        </p:nvSpPr>
        <p:spPr>
          <a:xfrm>
            <a:off x="4416359" y="2373786"/>
            <a:ext cx="3359281"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4" name="Text Placeholder 2"/>
          <p:cNvSpPr>
            <a:spLocks noGrp="1"/>
          </p:cNvSpPr>
          <p:nvPr userDrawn="1">
            <p:ph idx="18"/>
          </p:nvPr>
        </p:nvSpPr>
        <p:spPr>
          <a:xfrm>
            <a:off x="8300113" y="2373786"/>
            <a:ext cx="3412462" cy="3685702"/>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stStyle>
          <a:p>
            <a:pPr lvl="0"/>
            <a:r>
              <a:rPr lang="en-US"/>
              <a:t>Click to edit Master text styles</a:t>
            </a:r>
          </a:p>
          <a:p>
            <a:pPr lvl="1"/>
            <a:r>
              <a:rPr lang="en-US"/>
              <a:t>Second level</a:t>
            </a:r>
          </a:p>
        </p:txBody>
      </p:sp>
      <p:sp>
        <p:nvSpPr>
          <p:cNvPr id="15" name="Text Placeholder 131"/>
          <p:cNvSpPr>
            <a:spLocks noGrp="1"/>
          </p:cNvSpPr>
          <p:nvPr userDrawn="1">
            <p:ph type="body" sz="quarter" idx="19" hasCustomPrompt="1"/>
          </p:nvPr>
        </p:nvSpPr>
        <p:spPr>
          <a:xfrm>
            <a:off x="4419997"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16" name="Text Placeholder 131"/>
          <p:cNvSpPr>
            <a:spLocks noGrp="1"/>
          </p:cNvSpPr>
          <p:nvPr userDrawn="1">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Tree>
    <p:extLst>
      <p:ext uri="{BB962C8B-B14F-4D97-AF65-F5344CB8AC3E}">
        <p14:creationId xmlns:p14="http://schemas.microsoft.com/office/powerpoint/2010/main" val="42060281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 column slide with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9" name="Content Placeholder 8"/>
          <p:cNvSpPr>
            <a:spLocks noGrp="1"/>
          </p:cNvSpPr>
          <p:nvPr>
            <p:ph sz="quarter" idx="21"/>
          </p:nvPr>
        </p:nvSpPr>
        <p:spPr>
          <a:xfrm>
            <a:off x="8299119" y="2372564"/>
            <a:ext cx="3413455"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grpSp>
        <p:nvGrpSpPr>
          <p:cNvPr id="36" name="Group 6">
            <a:extLst>
              <a:ext uri="{FF2B5EF4-FFF2-40B4-BE49-F238E27FC236}">
                <a16:creationId xmlns:a16="http://schemas.microsoft.com/office/drawing/2014/main" id="{CCE81F77-7204-0241-970A-63C43B1D7B80}"/>
              </a:ext>
            </a:extLst>
          </p:cNvPr>
          <p:cNvGrpSpPr>
            <a:grpSpLocks/>
          </p:cNvGrpSpPr>
          <p:nvPr userDrawn="1"/>
        </p:nvGrpSpPr>
        <p:grpSpPr bwMode="auto">
          <a:xfrm>
            <a:off x="4148138" y="1611050"/>
            <a:ext cx="3903662" cy="4448438"/>
            <a:chOff x="3706307" y="1883391"/>
            <a:chExt cx="3803176" cy="4472959"/>
          </a:xfrm>
        </p:grpSpPr>
        <p:cxnSp>
          <p:nvCxnSpPr>
            <p:cNvPr id="37" name="Straight Connector 36">
              <a:extLst>
                <a:ext uri="{FF2B5EF4-FFF2-40B4-BE49-F238E27FC236}">
                  <a16:creationId xmlns:a16="http://schemas.microsoft.com/office/drawing/2014/main" id="{7266E339-1F3B-8E41-B64F-AA6A42EDF799}"/>
                </a:ext>
              </a:extLst>
            </p:cNvPr>
            <p:cNvCxnSpPr>
              <a:cxnSpLocks/>
            </p:cNvCxnSpPr>
            <p:nvPr userDrawn="1"/>
          </p:nvCxnSpPr>
          <p:spPr>
            <a:xfrm>
              <a:off x="3706307"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cxnSp>
          <p:nvCxnSpPr>
            <p:cNvPr id="38" name="Straight Connector 37">
              <a:extLst>
                <a:ext uri="{FF2B5EF4-FFF2-40B4-BE49-F238E27FC236}">
                  <a16:creationId xmlns:a16="http://schemas.microsoft.com/office/drawing/2014/main" id="{922B3030-62BD-3440-A850-5C6E7CCDD54A}"/>
                </a:ext>
              </a:extLst>
            </p:cNvPr>
            <p:cNvCxnSpPr>
              <a:cxnSpLocks/>
            </p:cNvCxnSpPr>
            <p:nvPr userDrawn="1"/>
          </p:nvCxnSpPr>
          <p:spPr>
            <a:xfrm>
              <a:off x="7509483" y="1883391"/>
              <a:ext cx="0" cy="4472959"/>
            </a:xfrm>
            <a:prstGeom prst="line">
              <a:avLst/>
            </a:prstGeom>
            <a:ln w="12700"/>
          </p:spPr>
          <p:style>
            <a:lnRef idx="1">
              <a:schemeClr val="accent1"/>
            </a:lnRef>
            <a:fillRef idx="0">
              <a:schemeClr val="accent1"/>
            </a:fillRef>
            <a:effectRef idx="0">
              <a:schemeClr val="accent1"/>
            </a:effectRef>
            <a:fontRef idx="minor">
              <a:schemeClr val="tx1"/>
            </a:fontRef>
          </p:style>
        </p:cxnSp>
      </p:grpSp>
      <p:sp>
        <p:nvSpPr>
          <p:cNvPr id="40" name="Text Placeholder 131">
            <a:extLst>
              <a:ext uri="{FF2B5EF4-FFF2-40B4-BE49-F238E27FC236}">
                <a16:creationId xmlns:a16="http://schemas.microsoft.com/office/drawing/2014/main" id="{B54BFFD1-D378-D841-B5DD-88788B48D029}"/>
              </a:ext>
            </a:extLst>
          </p:cNvPr>
          <p:cNvSpPr>
            <a:spLocks noGrp="1"/>
          </p:cNvSpPr>
          <p:nvPr>
            <p:ph type="body" sz="quarter" idx="16" hasCustomPrompt="1"/>
          </p:nvPr>
        </p:nvSpPr>
        <p:spPr>
          <a:xfrm>
            <a:off x="479425" y="1611050"/>
            <a:ext cx="33726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3" name="Text Placeholder 131">
            <a:extLst>
              <a:ext uri="{FF2B5EF4-FFF2-40B4-BE49-F238E27FC236}">
                <a16:creationId xmlns:a16="http://schemas.microsoft.com/office/drawing/2014/main" id="{E3125198-F65A-8049-9D3E-A6AF258DAEBF}"/>
              </a:ext>
            </a:extLst>
          </p:cNvPr>
          <p:cNvSpPr>
            <a:spLocks noGrp="1"/>
          </p:cNvSpPr>
          <p:nvPr>
            <p:ph type="body" sz="quarter" idx="19" hasCustomPrompt="1"/>
          </p:nvPr>
        </p:nvSpPr>
        <p:spPr>
          <a:xfrm>
            <a:off x="4416192" y="1611050"/>
            <a:ext cx="3359945"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5" name="Text Placeholder 131">
            <a:extLst>
              <a:ext uri="{FF2B5EF4-FFF2-40B4-BE49-F238E27FC236}">
                <a16:creationId xmlns:a16="http://schemas.microsoft.com/office/drawing/2014/main" id="{7C8008EA-19DB-814F-9284-A055A2AB89CD}"/>
              </a:ext>
            </a:extLst>
          </p:cNvPr>
          <p:cNvSpPr>
            <a:spLocks noGrp="1"/>
          </p:cNvSpPr>
          <p:nvPr>
            <p:ph type="body" sz="quarter" idx="20" hasCustomPrompt="1"/>
          </p:nvPr>
        </p:nvSpPr>
        <p:spPr>
          <a:xfrm>
            <a:off x="8299449" y="1611050"/>
            <a:ext cx="3413126" cy="560696"/>
          </a:xfrm>
        </p:spPr>
        <p:txBody>
          <a:bodyPr anchor="t" anchorCtr="0"/>
          <a:lstStyle>
            <a:lvl1pPr marL="0" marR="0" indent="0" algn="l" defTabSz="914400" rtl="0" eaLnBrk="1" fontAlgn="auto" latinLnBrk="0" hangingPunct="1">
              <a:lnSpc>
                <a:spcPct val="90000"/>
              </a:lnSpc>
              <a:spcBef>
                <a:spcPts val="0"/>
              </a:spcBef>
              <a:spcAft>
                <a:spcPts val="600"/>
              </a:spcAft>
              <a:buClr>
                <a:schemeClr val="accent1"/>
              </a:buClr>
              <a:buSzTx/>
              <a:buFont typeface="Arial" panose="020B0604020202020204" pitchFamily="34" charset="0"/>
              <a:buNone/>
              <a:tabLst/>
              <a:defRPr b="0">
                <a:solidFill>
                  <a:schemeClr val="accent1"/>
                </a:solidFill>
              </a:defRPr>
            </a:lvl1pPr>
          </a:lstStyle>
          <a:p>
            <a:pPr lvl="0"/>
            <a:r>
              <a:rPr lang="en-US" dirty="0"/>
              <a:t>Click to edit Master text styles</a:t>
            </a:r>
          </a:p>
        </p:txBody>
      </p:sp>
      <p:sp>
        <p:nvSpPr>
          <p:cNvPr id="46" name="Content Placeholder 8">
            <a:extLst>
              <a:ext uri="{FF2B5EF4-FFF2-40B4-BE49-F238E27FC236}">
                <a16:creationId xmlns:a16="http://schemas.microsoft.com/office/drawing/2014/main" id="{DD4BA2E6-FACA-5C45-B75F-9327959A672A}"/>
              </a:ext>
            </a:extLst>
          </p:cNvPr>
          <p:cNvSpPr>
            <a:spLocks noGrp="1"/>
          </p:cNvSpPr>
          <p:nvPr>
            <p:ph sz="quarter" idx="22"/>
          </p:nvPr>
        </p:nvSpPr>
        <p:spPr>
          <a:xfrm>
            <a:off x="4415863"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47" name="Content Placeholder 8">
            <a:extLst>
              <a:ext uri="{FF2B5EF4-FFF2-40B4-BE49-F238E27FC236}">
                <a16:creationId xmlns:a16="http://schemas.microsoft.com/office/drawing/2014/main" id="{5AB0A5A2-CEF5-6E44-BACF-2C0296FE306B}"/>
              </a:ext>
            </a:extLst>
          </p:cNvPr>
          <p:cNvSpPr>
            <a:spLocks noGrp="1"/>
          </p:cNvSpPr>
          <p:nvPr>
            <p:ph sz="quarter" idx="23"/>
          </p:nvPr>
        </p:nvSpPr>
        <p:spPr>
          <a:xfrm>
            <a:off x="479425" y="2372564"/>
            <a:ext cx="3360274" cy="3686924"/>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marL="581343">
              <a:lnSpc>
                <a:spcPct val="100000"/>
              </a:lnSpc>
              <a:spcAft>
                <a:spcPts val="0"/>
              </a:spcAft>
              <a:buClr>
                <a:schemeClr val="accent1"/>
              </a:buClr>
              <a:defRPr>
                <a:solidFill>
                  <a:srgbClr val="333E48"/>
                </a:solidFill>
              </a:defRPr>
            </a:lvl2pPr>
            <a:lvl3pPr>
              <a:lnSpc>
                <a:spcPct val="100000"/>
              </a:lnSpc>
              <a:spcAft>
                <a:spcPts val="0"/>
              </a:spcAft>
              <a:buClr>
                <a:schemeClr val="accent1"/>
              </a:buClr>
              <a:defRPr>
                <a:solidFill>
                  <a:srgbClr val="333E48"/>
                </a:solidFill>
              </a:defRPr>
            </a:lvl3pPr>
          </a:lstStyle>
          <a:p>
            <a:pPr lvl="0"/>
            <a:r>
              <a:rPr lang="en-US"/>
              <a:t>Click to edit Master text styles</a:t>
            </a:r>
          </a:p>
          <a:p>
            <a:pPr lvl="1"/>
            <a:r>
              <a:rPr lang="en-US"/>
              <a:t>Second level</a:t>
            </a:r>
          </a:p>
          <a:p>
            <a:pPr lvl="2"/>
            <a:r>
              <a:rPr lang="en-US"/>
              <a:t>Third level</a:t>
            </a:r>
          </a:p>
        </p:txBody>
      </p:sp>
    </p:spTree>
    <p:extLst>
      <p:ext uri="{BB962C8B-B14F-4D97-AF65-F5344CB8AC3E}">
        <p14:creationId xmlns:p14="http://schemas.microsoft.com/office/powerpoint/2010/main" val="40712502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ol_narrow_wide">
    <p:spTree>
      <p:nvGrpSpPr>
        <p:cNvPr id="1" name=""/>
        <p:cNvGrpSpPr/>
        <p:nvPr/>
      </p:nvGrpSpPr>
      <p:grpSpPr>
        <a:xfrm>
          <a:off x="0" y="0"/>
          <a:ext cx="0" cy="0"/>
          <a:chOff x="0" y="0"/>
          <a:chExt cx="0" cy="0"/>
        </a:xfrm>
      </p:grpSpPr>
      <p:cxnSp>
        <p:nvCxnSpPr>
          <p:cNvPr id="6" name="Straight Connector 5">
            <a:extLst>
              <a:ext uri="{FF2B5EF4-FFF2-40B4-BE49-F238E27FC236}">
                <a16:creationId xmlns:a16="http://schemas.microsoft.com/office/drawing/2014/main" id="{D505B7A5-C1F7-41D3-815C-A3728D81DBDD}"/>
              </a:ext>
            </a:extLst>
          </p:cNvPr>
          <p:cNvCxnSpPr>
            <a:cxnSpLocks/>
          </p:cNvCxnSpPr>
          <p:nvPr userDrawn="1"/>
        </p:nvCxnSpPr>
        <p:spPr>
          <a:xfrm>
            <a:off x="3255004" y="1631950"/>
            <a:ext cx="0" cy="4440604"/>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dirty="0">
                <a:solidFill>
                  <a:schemeClr val="accent6"/>
                </a:solidFill>
              </a:defRPr>
            </a:lvl1pPr>
          </a:lstStyle>
          <a:p>
            <a:pPr lvl="0"/>
            <a:r>
              <a:rPr lang="en-US"/>
              <a:t>Click to edit Master text styles</a:t>
            </a:r>
          </a:p>
        </p:txBody>
      </p:sp>
      <p:sp>
        <p:nvSpPr>
          <p:cNvPr id="18" name="Text Placeholder 2"/>
          <p:cNvSpPr>
            <a:spLocks noGrp="1"/>
          </p:cNvSpPr>
          <p:nvPr>
            <p:ph idx="1"/>
          </p:nvPr>
        </p:nvSpPr>
        <p:spPr>
          <a:xfrm>
            <a:off x="479425" y="1631111"/>
            <a:ext cx="2619375" cy="4440603"/>
          </a:xfrm>
          <a:prstGeom prst="rect">
            <a:avLst/>
          </a:prstGeo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7" name="Content Placeholder 3"/>
          <p:cNvSpPr>
            <a:spLocks noGrp="1"/>
          </p:cNvSpPr>
          <p:nvPr>
            <p:ph sz="quarter" idx="21"/>
          </p:nvPr>
        </p:nvSpPr>
        <p:spPr>
          <a:xfrm>
            <a:off x="3416035" y="1631111"/>
            <a:ext cx="8296540" cy="4440603"/>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94132445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3 column slide ">
    <p:spTree>
      <p:nvGrpSpPr>
        <p:cNvPr id="1" name=""/>
        <p:cNvGrpSpPr/>
        <p:nvPr/>
      </p:nvGrpSpPr>
      <p:grpSpPr>
        <a:xfrm>
          <a:off x="0" y="0"/>
          <a:ext cx="0" cy="0"/>
          <a:chOff x="0" y="0"/>
          <a:chExt cx="0" cy="0"/>
        </a:xfrm>
      </p:grpSpPr>
      <p:cxnSp>
        <p:nvCxnSpPr>
          <p:cNvPr id="7" name="Straight Connector 6">
            <a:extLst>
              <a:ext uri="{FF2B5EF4-FFF2-40B4-BE49-F238E27FC236}">
                <a16:creationId xmlns:a16="http://schemas.microsoft.com/office/drawing/2014/main" id="{0C41881F-8B1A-4F78-926D-54E8F515C458}"/>
              </a:ext>
            </a:extLst>
          </p:cNvPr>
          <p:cNvCxnSpPr>
            <a:cxnSpLocks/>
          </p:cNvCxnSpPr>
          <p:nvPr userDrawn="1"/>
        </p:nvCxnSpPr>
        <p:spPr>
          <a:xfrm>
            <a:off x="8932863" y="1629287"/>
            <a:ext cx="0" cy="4443267"/>
          </a:xfrm>
          <a:prstGeom prst="line">
            <a:avLst/>
          </a:prstGeom>
          <a:ln w="12700"/>
        </p:spPr>
        <p:style>
          <a:lnRef idx="1">
            <a:schemeClr val="accent1"/>
          </a:lnRef>
          <a:fillRef idx="0">
            <a:schemeClr val="accent1"/>
          </a:fillRef>
          <a:effectRef idx="0">
            <a:schemeClr val="accent1"/>
          </a:effectRef>
          <a:fontRef idx="minor">
            <a:schemeClr val="tx1"/>
          </a:fontRef>
        </p:style>
      </p:cxnSp>
      <p:sp>
        <p:nvSpPr>
          <p:cNvPr id="2" name="Title 1"/>
          <p:cNvSpPr>
            <a:spLocks noGrp="1"/>
          </p:cNvSpPr>
          <p:nvPr>
            <p:ph type="title" hasCustomPrompt="1"/>
          </p:nvPr>
        </p:nvSpPr>
        <p:spPr>
          <a:xfrm>
            <a:off x="479425" y="478301"/>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Content Placeholder 5"/>
          <p:cNvSpPr>
            <a:spLocks noGrp="1"/>
          </p:cNvSpPr>
          <p:nvPr>
            <p:ph sz="quarter" idx="15"/>
          </p:nvPr>
        </p:nvSpPr>
        <p:spPr>
          <a:xfrm>
            <a:off x="9037637" y="1629597"/>
            <a:ext cx="2674937" cy="4443488"/>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stStyle>
          <a:p>
            <a:pPr lvl="0"/>
            <a:r>
              <a:rPr lang="en-US"/>
              <a:t>Click to edit Master text styles</a:t>
            </a:r>
          </a:p>
          <a:p>
            <a:pPr lvl="1"/>
            <a:r>
              <a:rPr lang="en-US"/>
              <a:t>Second level</a:t>
            </a:r>
          </a:p>
        </p:txBody>
      </p:sp>
      <p:sp>
        <p:nvSpPr>
          <p:cNvPr id="8" name="Content Placeholder 3"/>
          <p:cNvSpPr>
            <a:spLocks noGrp="1"/>
          </p:cNvSpPr>
          <p:nvPr>
            <p:ph sz="quarter" idx="21"/>
          </p:nvPr>
        </p:nvSpPr>
        <p:spPr>
          <a:xfrm>
            <a:off x="479425" y="1629287"/>
            <a:ext cx="8348664" cy="4443267"/>
          </a:xfrm>
        </p:spPr>
        <p:txBody>
          <a:bodyPr/>
          <a:lstStyle>
            <a:lvl1pPr marL="342900" indent="-342900">
              <a:lnSpc>
                <a:spcPct val="100000"/>
              </a:lnSpc>
              <a:spcBef>
                <a:spcPts val="600"/>
              </a:spcBef>
              <a:spcAft>
                <a:spcPts val="0"/>
              </a:spcAft>
              <a:buClr>
                <a:schemeClr val="accent1"/>
              </a:buClr>
              <a:buFont typeface="Arial" charset="0"/>
              <a:buChar char="•"/>
              <a:defRPr sz="2400">
                <a:solidFill>
                  <a:srgbClr val="333E48"/>
                </a:solidFill>
              </a:defRPr>
            </a:lvl1pPr>
            <a:lvl2pPr marL="581343">
              <a:lnSpc>
                <a:spcPct val="100000"/>
              </a:lnSpc>
              <a:spcAft>
                <a:spcPts val="0"/>
              </a:spcAft>
              <a:buClr>
                <a:schemeClr val="accent1"/>
              </a:buClr>
              <a:defRPr sz="2000">
                <a:solidFill>
                  <a:srgbClr val="333E48"/>
                </a:solidFill>
              </a:defRPr>
            </a:lvl2pPr>
            <a:lvl3pPr marL="947103">
              <a:lnSpc>
                <a:spcPct val="100000"/>
              </a:lnSpc>
              <a:spcAft>
                <a:spcPts val="0"/>
              </a:spcAft>
              <a:buClr>
                <a:schemeClr val="accent1"/>
              </a:buClr>
              <a:defRPr sz="1800">
                <a:solidFill>
                  <a:srgbClr val="333E48"/>
                </a:solidFill>
              </a:defRPr>
            </a:lvl3pPr>
            <a:lvl4pPr marL="1293178" indent="-173038">
              <a:lnSpc>
                <a:spcPct val="100000"/>
              </a:lnSpc>
              <a:spcAft>
                <a:spcPts val="0"/>
              </a:spcAft>
              <a:buClr>
                <a:schemeClr val="accent1"/>
              </a:buClr>
              <a:buFont typeface="Arial" charset="0"/>
              <a:buChar char="•"/>
              <a:defRPr sz="1800">
                <a:solidFill>
                  <a:srgbClr val="333E48"/>
                </a:solidFill>
              </a:defRPr>
            </a:lvl4pPr>
            <a:lvl5pPr marL="1518603">
              <a:lnSpc>
                <a:spcPct val="100000"/>
              </a:lnSpc>
              <a:spcAft>
                <a:spcPts val="0"/>
              </a:spcAft>
              <a:buClr>
                <a:schemeClr val="accent1"/>
              </a:buClr>
              <a:defRPr sz="1800">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289053590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2 column text with image">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30"/>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6" name="Picture Placeholder 5"/>
          <p:cNvSpPr>
            <a:spLocks noGrp="1"/>
          </p:cNvSpPr>
          <p:nvPr>
            <p:ph type="pic" sz="quarter" idx="17"/>
          </p:nvPr>
        </p:nvSpPr>
        <p:spPr>
          <a:xfrm>
            <a:off x="3354388" y="1618445"/>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4" name="Picture Placeholder 5"/>
          <p:cNvSpPr>
            <a:spLocks noGrp="1"/>
          </p:cNvSpPr>
          <p:nvPr>
            <p:ph type="pic" sz="quarter" idx="18"/>
          </p:nvPr>
        </p:nvSpPr>
        <p:spPr>
          <a:xfrm>
            <a:off x="3354388" y="3755872"/>
            <a:ext cx="2606675"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5" name="Picture Placeholder 5"/>
          <p:cNvSpPr>
            <a:spLocks noGrp="1"/>
          </p:cNvSpPr>
          <p:nvPr>
            <p:ph type="pic" sz="quarter" idx="19"/>
          </p:nvPr>
        </p:nvSpPr>
        <p:spPr>
          <a:xfrm>
            <a:off x="9066213" y="1618445"/>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06" name="Picture Placeholder 5"/>
          <p:cNvSpPr>
            <a:spLocks noGrp="1"/>
          </p:cNvSpPr>
          <p:nvPr>
            <p:ph type="pic" sz="quarter" idx="20"/>
          </p:nvPr>
        </p:nvSpPr>
        <p:spPr>
          <a:xfrm>
            <a:off x="9066213" y="3755872"/>
            <a:ext cx="2646362" cy="1953683"/>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
        <p:nvSpPr>
          <p:cNvPr id="14" name="Text Placeholder 7"/>
          <p:cNvSpPr>
            <a:spLocks noGrp="1"/>
          </p:cNvSpPr>
          <p:nvPr>
            <p:ph type="body" sz="quarter" idx="21"/>
          </p:nvPr>
        </p:nvSpPr>
        <p:spPr>
          <a:xfrm>
            <a:off x="479425" y="1618445"/>
            <a:ext cx="26193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7"/>
          <p:cNvSpPr>
            <a:spLocks noGrp="1"/>
          </p:cNvSpPr>
          <p:nvPr>
            <p:ph type="body" sz="quarter" idx="22"/>
          </p:nvPr>
        </p:nvSpPr>
        <p:spPr>
          <a:xfrm>
            <a:off x="6220216" y="1618445"/>
            <a:ext cx="2606675" cy="4086225"/>
          </a:xfrm>
        </p:spPr>
        <p:txBody>
          <a:bodyPr/>
          <a:lstStyle>
            <a:lvl1pPr marL="342900" indent="-342900">
              <a:lnSpc>
                <a:spcPct val="100000"/>
              </a:lnSpc>
              <a:spcBef>
                <a:spcPts val="600"/>
              </a:spcBef>
              <a:spcAft>
                <a:spcPts val="0"/>
              </a:spcAft>
              <a:buClr>
                <a:schemeClr val="accent1"/>
              </a:buClr>
              <a:buFont typeface="Arial" charset="0"/>
              <a:buChar char="•"/>
              <a:defRPr sz="2000">
                <a:solidFill>
                  <a:srgbClr val="333E48"/>
                </a:solidFill>
              </a:defRPr>
            </a:lvl1pPr>
            <a:lvl2pPr>
              <a:lnSpc>
                <a:spcPct val="100000"/>
              </a:lnSpc>
              <a:spcBef>
                <a:spcPts val="0"/>
              </a:spcBef>
              <a:spcAft>
                <a:spcPts val="0"/>
              </a:spcAft>
              <a:buClr>
                <a:schemeClr val="accent1"/>
              </a:buClr>
              <a:defRPr>
                <a:solidFill>
                  <a:srgbClr val="333E48"/>
                </a:solidFill>
              </a:defRPr>
            </a:lvl2pPr>
            <a:lvl3pPr>
              <a:lnSpc>
                <a:spcPct val="100000"/>
              </a:lnSpc>
              <a:spcBef>
                <a:spcPts val="0"/>
              </a:spcBef>
              <a:spcAft>
                <a:spcPts val="0"/>
              </a:spcAft>
              <a:buClr>
                <a:schemeClr val="accent1"/>
              </a:buClr>
              <a:defRPr>
                <a:solidFill>
                  <a:srgbClr val="333E48"/>
                </a:solidFill>
              </a:defRPr>
            </a:lvl3pPr>
            <a:lvl4pPr marL="1201738" indent="-173038">
              <a:lnSpc>
                <a:spcPct val="100000"/>
              </a:lnSpc>
              <a:spcBef>
                <a:spcPts val="0"/>
              </a:spcBef>
              <a:spcAft>
                <a:spcPts val="0"/>
              </a:spcAft>
              <a:buClr>
                <a:schemeClr val="accent1"/>
              </a:buClr>
              <a:buFont typeface="Arial" charset="0"/>
              <a:buChar char="•"/>
              <a:defRPr>
                <a:solidFill>
                  <a:srgbClr val="333E48"/>
                </a:solidFill>
              </a:defRPr>
            </a:lvl4pPr>
            <a:lvl5pPr>
              <a:lnSpc>
                <a:spcPct val="100000"/>
              </a:lnSpc>
              <a:spcBef>
                <a:spcPts val="0"/>
              </a:spcBef>
              <a:spcAft>
                <a:spcPts val="0"/>
              </a:spcAft>
              <a:buClr>
                <a:schemeClr val="accent1"/>
              </a:buClr>
              <a:defRPr>
                <a:solidFill>
                  <a:srgbClr val="333E48"/>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42066151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 column with image ">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479425" y="478302"/>
            <a:ext cx="11233150" cy="512829"/>
          </a:xfrm>
        </p:spPr>
        <p:txBody>
          <a:bodyPr/>
          <a:lstStyle/>
          <a:p>
            <a:r>
              <a:rPr lang="en-US" dirty="0"/>
              <a:t>Click to Edit Master Title Style</a:t>
            </a:r>
          </a:p>
        </p:txBody>
      </p:sp>
      <p:sp>
        <p:nvSpPr>
          <p:cNvPr id="44" name="Text Placeholder 43"/>
          <p:cNvSpPr>
            <a:spLocks noGrp="1"/>
          </p:cNvSpPr>
          <p:nvPr>
            <p:ph type="body" sz="quarter" idx="13"/>
          </p:nvPr>
        </p:nvSpPr>
        <p:spPr>
          <a:xfrm>
            <a:off x="479425" y="991131"/>
            <a:ext cx="11233150" cy="344488"/>
          </a:xfrm>
        </p:spPr>
        <p:txBody>
          <a:bodyPr/>
          <a:lstStyle>
            <a:lvl1pPr marL="0" indent="0">
              <a:buNone/>
              <a:defRPr lang="en-US" sz="2400">
                <a:solidFill>
                  <a:schemeClr val="accent6"/>
                </a:solidFill>
              </a:defRPr>
            </a:lvl1pPr>
          </a:lstStyle>
          <a:p>
            <a:pPr lvl="0"/>
            <a:r>
              <a:rPr lang="en-US"/>
              <a:t>Click to edit Master text styles</a:t>
            </a:r>
          </a:p>
        </p:txBody>
      </p:sp>
      <p:sp>
        <p:nvSpPr>
          <p:cNvPr id="7" name="Text Placeholder 2"/>
          <p:cNvSpPr>
            <a:spLocks noGrp="1"/>
          </p:cNvSpPr>
          <p:nvPr>
            <p:ph idx="1"/>
          </p:nvPr>
        </p:nvSpPr>
        <p:spPr>
          <a:xfrm>
            <a:off x="479425" y="1629079"/>
            <a:ext cx="5481108" cy="4455197"/>
          </a:xfrm>
          <a:prstGeom prst="rect">
            <a:avLst/>
          </a:prstGeom>
        </p:spPr>
        <p:txBody>
          <a:bodyPr/>
          <a:lstStyle>
            <a:lvl1pPr marL="342900" indent="-342900">
              <a:lnSpc>
                <a:spcPct val="100000"/>
              </a:lnSpc>
              <a:spcAft>
                <a:spcPts val="0"/>
              </a:spcAft>
              <a:buClr>
                <a:schemeClr val="accent1"/>
              </a:buClr>
              <a:buFont typeface="Arial" charset="0"/>
              <a:buChar char="•"/>
              <a:defRPr sz="2400">
                <a:solidFill>
                  <a:srgbClr val="333E48"/>
                </a:solidFill>
              </a:defRPr>
            </a:lvl1pPr>
            <a:lvl2pPr>
              <a:lnSpc>
                <a:spcPct val="100000"/>
              </a:lnSpc>
              <a:spcBef>
                <a:spcPts val="0"/>
              </a:spcBef>
              <a:spcAft>
                <a:spcPts val="0"/>
              </a:spcAft>
              <a:buClr>
                <a:schemeClr val="accent1"/>
              </a:buClr>
              <a:defRPr sz="2000">
                <a:solidFill>
                  <a:srgbClr val="333E48"/>
                </a:solidFill>
              </a:defRPr>
            </a:lvl2pPr>
            <a:lvl3pPr>
              <a:lnSpc>
                <a:spcPct val="100000"/>
              </a:lnSpc>
              <a:spcBef>
                <a:spcPts val="0"/>
              </a:spcBef>
              <a:spcAft>
                <a:spcPts val="0"/>
              </a:spcAft>
              <a:buClr>
                <a:schemeClr val="accent1"/>
              </a:buClr>
              <a:defRPr sz="1800">
                <a:solidFill>
                  <a:srgbClr val="333E48"/>
                </a:solidFill>
              </a:defRPr>
            </a:lvl3pPr>
          </a:lstStyle>
          <a:p>
            <a:pPr lvl="0"/>
            <a:r>
              <a:rPr lang="en-US"/>
              <a:t>Click to edit Master text styles</a:t>
            </a:r>
          </a:p>
          <a:p>
            <a:pPr lvl="1"/>
            <a:r>
              <a:rPr lang="en-US"/>
              <a:t>Second level</a:t>
            </a:r>
          </a:p>
          <a:p>
            <a:pPr lvl="2"/>
            <a:r>
              <a:rPr lang="en-US"/>
              <a:t>Third level</a:t>
            </a:r>
          </a:p>
        </p:txBody>
      </p:sp>
      <p:sp>
        <p:nvSpPr>
          <p:cNvPr id="50" name="Picture Placeholder 5"/>
          <p:cNvSpPr>
            <a:spLocks noGrp="1"/>
          </p:cNvSpPr>
          <p:nvPr>
            <p:ph type="pic" sz="quarter" idx="17"/>
          </p:nvPr>
        </p:nvSpPr>
        <p:spPr>
          <a:xfrm>
            <a:off x="6250924" y="1629080"/>
            <a:ext cx="5461651" cy="4455198"/>
          </a:xfrm>
        </p:spPr>
        <p:txBody>
          <a:bodyPr/>
          <a:lstStyle>
            <a:lvl1pPr marL="0" indent="0">
              <a:buClr>
                <a:schemeClr val="accent1"/>
              </a:buClr>
              <a:buNone/>
              <a:defRPr sz="2200">
                <a:solidFill>
                  <a:srgbClr val="333E48"/>
                </a:solidFill>
              </a:defRPr>
            </a:lvl1pPr>
          </a:lstStyle>
          <a:p>
            <a:pPr lvl="0"/>
            <a:r>
              <a:rPr lang="en-US" noProof="0"/>
              <a:t>Click icon to add picture</a:t>
            </a:r>
            <a:endParaRPr lang="en-US" noProof="0" dirty="0"/>
          </a:p>
        </p:txBody>
      </p:sp>
    </p:spTree>
    <p:extLst>
      <p:ext uri="{BB962C8B-B14F-4D97-AF65-F5344CB8AC3E}">
        <p14:creationId xmlns:p14="http://schemas.microsoft.com/office/powerpoint/2010/main" val="40483043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die">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lvl1pPr>
              <a:defRPr>
                <a:latin typeface="+mn-lt"/>
              </a:defRPr>
            </a:lvl1pPr>
          </a:lstStyle>
          <a:p>
            <a:r>
              <a:rPr lang="en-US" dirty="0"/>
              <a:t>Click to Edit Master Title Style</a:t>
            </a:r>
          </a:p>
        </p:txBody>
      </p:sp>
      <p:sp>
        <p:nvSpPr>
          <p:cNvPr id="10" name="Table Placeholder 3"/>
          <p:cNvSpPr>
            <a:spLocks noGrp="1"/>
          </p:cNvSpPr>
          <p:nvPr>
            <p:ph type="tbl" sz="quarter" idx="13"/>
          </p:nvPr>
        </p:nvSpPr>
        <p:spPr>
          <a:xfrm>
            <a:off x="479425" y="1259574"/>
            <a:ext cx="11233150" cy="4836426"/>
          </a:xfrm>
        </p:spPr>
        <p:txBody>
          <a:bodyPr/>
          <a:lstStyle>
            <a:lvl1pPr marL="0" indent="0">
              <a:buNone/>
              <a:defRPr/>
            </a:lvl1pPr>
          </a:lstStyle>
          <a:p>
            <a:pPr lvl="0"/>
            <a:r>
              <a:rPr lang="en-US" noProof="0"/>
              <a:t>Click icon to add table</a:t>
            </a:r>
            <a:endParaRPr lang="en-US" noProof="0" dirty="0"/>
          </a:p>
        </p:txBody>
      </p:sp>
    </p:spTree>
    <p:extLst>
      <p:ext uri="{BB962C8B-B14F-4D97-AF65-F5344CB8AC3E}">
        <p14:creationId xmlns:p14="http://schemas.microsoft.com/office/powerpoint/2010/main" val="36092917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hasCustomPrompt="1"/>
          </p:nvPr>
        </p:nvSpPr>
        <p:spPr/>
        <p:txBody>
          <a:bodyPr/>
          <a:lstStyle/>
          <a:p>
            <a:r>
              <a:rPr lang="en-US" dirty="0"/>
              <a:t>Click to Edit Master Title Style</a:t>
            </a:r>
          </a:p>
        </p:txBody>
      </p:sp>
    </p:spTree>
    <p:extLst>
      <p:ext uri="{BB962C8B-B14F-4D97-AF65-F5344CB8AC3E}">
        <p14:creationId xmlns:p14="http://schemas.microsoft.com/office/powerpoint/2010/main" val="413516424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9425" y="478301"/>
            <a:ext cx="11233150" cy="654760"/>
          </a:xfrm>
          <a:prstGeom prst="rect">
            <a:avLst/>
          </a:prstGeom>
        </p:spPr>
        <p:txBody>
          <a:bodyPr vert="horz" lIns="0" tIns="0" rIns="0" bIns="0" rtlCol="0" anchor="t">
            <a:noAutofit/>
          </a:bodyPr>
          <a:lstStyle/>
          <a:p>
            <a:r>
              <a:rPr lang="en-US"/>
              <a:t>Click to edit Master title style</a:t>
            </a:r>
            <a:endParaRPr lang="en-US" dirty="0"/>
          </a:p>
        </p:txBody>
      </p:sp>
      <p:sp>
        <p:nvSpPr>
          <p:cNvPr id="1029" name="TextBox 26"/>
          <p:cNvSpPr txBox="1">
            <a:spLocks noChangeArrowheads="1"/>
          </p:cNvSpPr>
          <p:nvPr userDrawn="1"/>
        </p:nvSpPr>
        <p:spPr bwMode="auto">
          <a:xfrm>
            <a:off x="492125" y="6410643"/>
            <a:ext cx="312738" cy="138112"/>
          </a:xfrm>
          <a:prstGeom prst="rect">
            <a:avLst/>
          </a:prstGeom>
          <a:noFill/>
          <a:ln>
            <a:noFill/>
          </a:ln>
        </p:spPr>
        <p:txBody>
          <a:bodyPr lIns="0" tIns="0" rIns="0" bIns="0">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eaLnBrk="1" hangingPunct="1">
              <a:lnSpc>
                <a:spcPct val="90000"/>
              </a:lnSpc>
              <a:spcAft>
                <a:spcPts val="600"/>
              </a:spcAft>
              <a:buFont typeface="Arial" charset="0"/>
              <a:buNone/>
              <a:defRPr/>
            </a:pPr>
            <a:fld id="{2682C2D1-8EA8-E748-B66F-74D4D53CF8F8}" type="slidenum">
              <a:rPr lang="en-US" altLang="en-US" sz="1000" smtClean="0">
                <a:solidFill>
                  <a:srgbClr val="7F7F7F"/>
                </a:solidFill>
              </a:rPr>
              <a:pPr eaLnBrk="1" hangingPunct="1">
                <a:lnSpc>
                  <a:spcPct val="90000"/>
                </a:lnSpc>
                <a:spcAft>
                  <a:spcPts val="600"/>
                </a:spcAft>
                <a:buFont typeface="Arial" charset="0"/>
                <a:buNone/>
                <a:defRPr/>
              </a:pPr>
              <a:t>‹#›</a:t>
            </a:fld>
            <a:endParaRPr lang="en-US" altLang="en-US" sz="1000" dirty="0">
              <a:solidFill>
                <a:srgbClr val="7F7F7F"/>
              </a:solidFill>
            </a:endParaRPr>
          </a:p>
        </p:txBody>
      </p:sp>
      <p:sp>
        <p:nvSpPr>
          <p:cNvPr id="7" name="Text Placeholder 2">
            <a:extLst>
              <a:ext uri="{FF2B5EF4-FFF2-40B4-BE49-F238E27FC236}">
                <a16:creationId xmlns:a16="http://schemas.microsoft.com/office/drawing/2014/main" id="{84EB643E-3109-434C-BA97-15D4C8A5EF9E}"/>
              </a:ext>
            </a:extLst>
          </p:cNvPr>
          <p:cNvSpPr>
            <a:spLocks noGrp="1"/>
          </p:cNvSpPr>
          <p:nvPr>
            <p:ph type="body" idx="1"/>
          </p:nvPr>
        </p:nvSpPr>
        <p:spPr>
          <a:xfrm>
            <a:off x="479425" y="1133061"/>
            <a:ext cx="11243088" cy="4974662"/>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Box 20">
            <a:extLst>
              <a:ext uri="{FF2B5EF4-FFF2-40B4-BE49-F238E27FC236}">
                <a16:creationId xmlns:a16="http://schemas.microsoft.com/office/drawing/2014/main" id="{27B344F3-4498-5A4F-9DA2-CB9437A25367}"/>
              </a:ext>
            </a:extLst>
          </p:cNvPr>
          <p:cNvSpPr txBox="1">
            <a:spLocks noChangeArrowheads="1"/>
          </p:cNvSpPr>
          <p:nvPr userDrawn="1"/>
        </p:nvSpPr>
        <p:spPr bwMode="auto">
          <a:xfrm>
            <a:off x="982662" y="6413179"/>
            <a:ext cx="4636741" cy="138499"/>
          </a:xfrm>
          <a:prstGeom prst="rect">
            <a:avLst/>
          </a:prstGeom>
          <a:noFill/>
          <a:ln>
            <a:noFill/>
          </a:ln>
        </p:spPr>
        <p:txBody>
          <a:bodyPr wrap="square" lIns="0" tIns="0" rIns="0" bIns="0" anchor="t">
            <a:spAutoFit/>
          </a:bodyPr>
          <a:lstStyle>
            <a:lvl1pPr>
              <a:defRPr sz="2400">
                <a:solidFill>
                  <a:schemeClr val="tx1"/>
                </a:solidFill>
                <a:latin typeface="Calibri" charset="0"/>
                <a:ea typeface="ＭＳ Ｐゴシック" charset="-128"/>
              </a:defRPr>
            </a:lvl1pPr>
            <a:lvl2pPr marL="742950" indent="-285750">
              <a:defRPr sz="2400">
                <a:solidFill>
                  <a:schemeClr val="tx1"/>
                </a:solidFill>
                <a:latin typeface="Calibri" charset="0"/>
                <a:ea typeface="ＭＳ Ｐゴシック" charset="-128"/>
              </a:defRPr>
            </a:lvl2pPr>
            <a:lvl3pPr marL="1143000" indent="-228600">
              <a:defRPr sz="2400">
                <a:solidFill>
                  <a:schemeClr val="tx1"/>
                </a:solidFill>
                <a:latin typeface="Calibri" charset="0"/>
                <a:ea typeface="ＭＳ Ｐゴシック" charset="-128"/>
              </a:defRPr>
            </a:lvl3pPr>
            <a:lvl4pPr marL="1600200" indent="-228600">
              <a:defRPr sz="2400">
                <a:solidFill>
                  <a:schemeClr val="tx1"/>
                </a:solidFill>
                <a:latin typeface="Calibri" charset="0"/>
                <a:ea typeface="ＭＳ Ｐゴシック" charset="-128"/>
              </a:defRPr>
            </a:lvl4pPr>
            <a:lvl5pPr marL="2057400" indent="-228600">
              <a:defRPr sz="2400">
                <a:solidFill>
                  <a:schemeClr val="tx1"/>
                </a:solidFill>
                <a:latin typeface="Calibri" charset="0"/>
                <a:ea typeface="ＭＳ Ｐゴシック" charset="-128"/>
              </a:defRPr>
            </a:lvl5pPr>
            <a:lvl6pPr marL="2514600" indent="-228600" eaLnBrk="0" fontAlgn="base" hangingPunct="0">
              <a:spcBef>
                <a:spcPct val="0"/>
              </a:spcBef>
              <a:spcAft>
                <a:spcPct val="0"/>
              </a:spcAft>
              <a:defRPr sz="2400">
                <a:solidFill>
                  <a:schemeClr val="tx1"/>
                </a:solidFill>
                <a:latin typeface="Calibri" charset="0"/>
                <a:ea typeface="ＭＳ Ｐゴシック" charset="-128"/>
              </a:defRPr>
            </a:lvl6pPr>
            <a:lvl7pPr marL="2971800" indent="-228600" eaLnBrk="0" fontAlgn="base" hangingPunct="0">
              <a:spcBef>
                <a:spcPct val="0"/>
              </a:spcBef>
              <a:spcAft>
                <a:spcPct val="0"/>
              </a:spcAft>
              <a:defRPr sz="2400">
                <a:solidFill>
                  <a:schemeClr val="tx1"/>
                </a:solidFill>
                <a:latin typeface="Calibri" charset="0"/>
                <a:ea typeface="ＭＳ Ｐゴシック" charset="-128"/>
              </a:defRPr>
            </a:lvl7pPr>
            <a:lvl8pPr marL="3429000" indent="-228600" eaLnBrk="0" fontAlgn="base" hangingPunct="0">
              <a:spcBef>
                <a:spcPct val="0"/>
              </a:spcBef>
              <a:spcAft>
                <a:spcPct val="0"/>
              </a:spcAft>
              <a:defRPr sz="2400">
                <a:solidFill>
                  <a:schemeClr val="tx1"/>
                </a:solidFill>
                <a:latin typeface="Calibri" charset="0"/>
                <a:ea typeface="ＭＳ Ｐゴシック" charset="-128"/>
              </a:defRPr>
            </a:lvl8pPr>
            <a:lvl9pPr marL="3886200" indent="-228600" eaLnBrk="0" fontAlgn="base" hangingPunct="0">
              <a:spcBef>
                <a:spcPct val="0"/>
              </a:spcBef>
              <a:spcAft>
                <a:spcPct val="0"/>
              </a:spcAft>
              <a:defRPr sz="2400">
                <a:solidFill>
                  <a:schemeClr val="tx1"/>
                </a:solidFill>
                <a:latin typeface="Calibri" charset="0"/>
                <a:ea typeface="ＭＳ Ｐゴシック" charset="-128"/>
              </a:defRPr>
            </a:lvl9pPr>
          </a:lstStyle>
          <a:p>
            <a:pPr algn="l" eaLnBrk="1" hangingPunct="1">
              <a:lnSpc>
                <a:spcPct val="90000"/>
              </a:lnSpc>
              <a:spcAft>
                <a:spcPts val="600"/>
              </a:spcAft>
              <a:buFont typeface="Arial" charset="0"/>
              <a:buNone/>
              <a:defRPr/>
            </a:pPr>
            <a:r>
              <a:rPr lang="en-GB" altLang="en-US" sz="1000" dirty="0">
                <a:solidFill>
                  <a:srgbClr val="7F7F7F"/>
                </a:solidFill>
              </a:rPr>
              <a:t>© 2021 Arm</a:t>
            </a:r>
            <a:endParaRPr lang="en-US" altLang="en-US" sz="1000" dirty="0">
              <a:solidFill>
                <a:srgbClr val="7F7F7F"/>
              </a:solidFill>
            </a:endParaRPr>
          </a:p>
        </p:txBody>
      </p:sp>
    </p:spTree>
    <p:extLst>
      <p:ext uri="{BB962C8B-B14F-4D97-AF65-F5344CB8AC3E}">
        <p14:creationId xmlns:p14="http://schemas.microsoft.com/office/powerpoint/2010/main" val="2122917567"/>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Lst>
  <p:hf hdr="0" ftr="0" dt="0"/>
  <p:txStyles>
    <p:titleStyle>
      <a:lvl1pPr algn="l" rtl="0" eaLnBrk="1" fontAlgn="base" hangingPunct="1">
        <a:lnSpc>
          <a:spcPct val="85000"/>
        </a:lnSpc>
        <a:spcBef>
          <a:spcPct val="0"/>
        </a:spcBef>
        <a:spcAft>
          <a:spcPct val="0"/>
        </a:spcAft>
        <a:defRPr sz="3600" b="0" kern="1200" spc="-50">
          <a:solidFill>
            <a:schemeClr val="accent1"/>
          </a:solidFill>
          <a:latin typeface="+mn-lt"/>
          <a:ea typeface="ＭＳ Ｐゴシック" charset="0"/>
          <a:cs typeface="ＭＳ Ｐゴシック" charset="0"/>
        </a:defRPr>
      </a:lvl1pPr>
      <a:lvl2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2pPr>
      <a:lvl3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3pPr>
      <a:lvl4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4pPr>
      <a:lvl5pPr algn="l" rtl="0" eaLnBrk="1" fontAlgn="base" hangingPunct="1">
        <a:lnSpc>
          <a:spcPct val="85000"/>
        </a:lnSpc>
        <a:spcBef>
          <a:spcPct val="0"/>
        </a:spcBef>
        <a:spcAft>
          <a:spcPct val="0"/>
        </a:spcAft>
        <a:defRPr sz="3600" b="1">
          <a:solidFill>
            <a:schemeClr val="accent1"/>
          </a:solidFill>
          <a:latin typeface="Calibri" charset="0"/>
          <a:ea typeface="ＭＳ Ｐゴシック" charset="0"/>
          <a:cs typeface="ＭＳ Ｐゴシック" charset="0"/>
        </a:defRPr>
      </a:lvl5pPr>
      <a:lvl6pPr marL="457200" algn="l" rtl="0" eaLnBrk="1" fontAlgn="base" hangingPunct="1">
        <a:lnSpc>
          <a:spcPct val="85000"/>
        </a:lnSpc>
        <a:spcBef>
          <a:spcPct val="0"/>
        </a:spcBef>
        <a:spcAft>
          <a:spcPct val="0"/>
        </a:spcAft>
        <a:defRPr sz="3600" b="1">
          <a:solidFill>
            <a:schemeClr val="accent1"/>
          </a:solidFill>
          <a:latin typeface="Calibri" charset="0"/>
        </a:defRPr>
      </a:lvl6pPr>
      <a:lvl7pPr marL="914400" algn="l" rtl="0" eaLnBrk="1" fontAlgn="base" hangingPunct="1">
        <a:lnSpc>
          <a:spcPct val="85000"/>
        </a:lnSpc>
        <a:spcBef>
          <a:spcPct val="0"/>
        </a:spcBef>
        <a:spcAft>
          <a:spcPct val="0"/>
        </a:spcAft>
        <a:defRPr sz="3600" b="1">
          <a:solidFill>
            <a:schemeClr val="accent1"/>
          </a:solidFill>
          <a:latin typeface="Calibri" charset="0"/>
        </a:defRPr>
      </a:lvl7pPr>
      <a:lvl8pPr marL="1371600" algn="l" rtl="0" eaLnBrk="1" fontAlgn="base" hangingPunct="1">
        <a:lnSpc>
          <a:spcPct val="85000"/>
        </a:lnSpc>
        <a:spcBef>
          <a:spcPct val="0"/>
        </a:spcBef>
        <a:spcAft>
          <a:spcPct val="0"/>
        </a:spcAft>
        <a:defRPr sz="3600" b="1">
          <a:solidFill>
            <a:schemeClr val="accent1"/>
          </a:solidFill>
          <a:latin typeface="Calibri" charset="0"/>
        </a:defRPr>
      </a:lvl8pPr>
      <a:lvl9pPr marL="1828800" algn="l" rtl="0" eaLnBrk="1" fontAlgn="base" hangingPunct="1">
        <a:lnSpc>
          <a:spcPct val="85000"/>
        </a:lnSpc>
        <a:spcBef>
          <a:spcPct val="0"/>
        </a:spcBef>
        <a:spcAft>
          <a:spcPct val="0"/>
        </a:spcAft>
        <a:defRPr sz="3600" b="1">
          <a:solidFill>
            <a:schemeClr val="accent1"/>
          </a:solidFill>
          <a:latin typeface="Calibri" charset="0"/>
        </a:defRPr>
      </a:lvl9pPr>
    </p:titleStyle>
    <p:bodyStyle>
      <a:lvl1pPr marL="342900" indent="-342900" algn="l" rtl="0" eaLnBrk="1" fontAlgn="base" hangingPunct="1">
        <a:lnSpc>
          <a:spcPct val="100000"/>
        </a:lnSpc>
        <a:spcBef>
          <a:spcPts val="600"/>
        </a:spcBef>
        <a:spcAft>
          <a:spcPts val="0"/>
        </a:spcAft>
        <a:buClr>
          <a:schemeClr val="accent1"/>
        </a:buClr>
        <a:buFont typeface="Arial" charset="0"/>
        <a:buChar char="•"/>
        <a:defRPr sz="2400" kern="1200">
          <a:solidFill>
            <a:srgbClr val="333E48"/>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rgbClr val="333E48"/>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rgbClr val="333E48"/>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 typeface="Calibri" charset="0"/>
        <a:buChar char="–"/>
        <a:defRPr kern="1200">
          <a:solidFill>
            <a:srgbClr val="333E48"/>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pos="619">
          <p15:clr>
            <a:srgbClr val="F26B43"/>
          </p15:clr>
        </p15:guide>
        <p15:guide id="4" orient="horz" pos="300">
          <p15:clr>
            <a:srgbClr val="F26B43"/>
          </p15:clr>
        </p15:guide>
        <p15:guide id="5" orient="horz" pos="4020">
          <p15:clr>
            <a:srgbClr val="F26B43"/>
          </p15:clr>
        </p15:guide>
        <p15:guide id="6" pos="7378">
          <p15:clr>
            <a:srgbClr val="F26B43"/>
          </p15:clr>
        </p15:guide>
        <p15:guide id="7" pos="302">
          <p15:clr>
            <a:srgbClr val="F26B43"/>
          </p15:clr>
        </p15:guide>
        <p15:guide id="8" pos="706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6.emf"/><Relationship Id="rId3" Type="http://schemas.openxmlformats.org/officeDocument/2006/relationships/image" Target="../media/image1.emf"/><Relationship Id="rId7" Type="http://schemas.openxmlformats.org/officeDocument/2006/relationships/image" Target="../media/image5.svg"/><Relationship Id="rId2" Type="http://schemas.openxmlformats.org/officeDocument/2006/relationships/notesSlide" Target="../notesSlides/notesSlide1.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 Id="rId9" Type="http://schemas.openxmlformats.org/officeDocument/2006/relationships/image" Target="../media/image7.emf"/></Relationships>
</file>

<file path=ppt/slides/_rels/slide2.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1.emf"/><Relationship Id="rId7" Type="http://schemas.openxmlformats.org/officeDocument/2006/relationships/image" Target="../media/image6.emf"/><Relationship Id="rId2" Type="http://schemas.openxmlformats.org/officeDocument/2006/relationships/notesSlide" Target="../notesSlides/notesSlide2.xml"/><Relationship Id="rId1" Type="http://schemas.openxmlformats.org/officeDocument/2006/relationships/slideLayout" Target="../slideLayouts/slideLayout11.xml"/><Relationship Id="rId6" Type="http://schemas.openxmlformats.org/officeDocument/2006/relationships/image" Target="../media/image4.svg"/><Relationship Id="rId5" Type="http://schemas.openxmlformats.org/officeDocument/2006/relationships/image" Target="../media/image3.svg"/><Relationship Id="rId4" Type="http://schemas.openxmlformats.org/officeDocument/2006/relationships/image" Target="../media/image2.svg"/></Relationships>
</file>

<file path=ppt/slides/_rels/slide3.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hyperlink" Target="https://github.com/ARM-software/SDS-Frameworkttps:/github.com/RobertRostohar/SDS-Framework" TargetMode="External"/><Relationship Id="rId7" Type="http://schemas.openxmlformats.org/officeDocument/2006/relationships/image" Target="../media/image3.svg"/><Relationship Id="rId2" Type="http://schemas.openxmlformats.org/officeDocument/2006/relationships/hyperlink" Target="https://github.com/ARM-software/CMSIS-DSP/tree/main/ComputeGraph" TargetMode="External"/><Relationship Id="rId1" Type="http://schemas.openxmlformats.org/officeDocument/2006/relationships/slideLayout" Target="../slideLayouts/slideLayout2.xml"/><Relationship Id="rId6" Type="http://schemas.openxmlformats.org/officeDocument/2006/relationships/image" Target="../media/image2.svg"/><Relationship Id="rId5" Type="http://schemas.openxmlformats.org/officeDocument/2006/relationships/image" Target="../media/image4.svg"/><Relationship Id="rId4" Type="http://schemas.openxmlformats.org/officeDocument/2006/relationships/image" Target="../media/image1.emf"/><Relationship Id="rId9" Type="http://schemas.openxmlformats.org/officeDocument/2006/relationships/image" Target="../media/image9.png"/></Relationships>
</file>

<file path=ppt/slides/_rels/slide4.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image" Target="../media/image2.svg"/><Relationship Id="rId7" Type="http://schemas.openxmlformats.org/officeDocument/2006/relationships/image" Target="../media/image9.png"/><Relationship Id="rId2" Type="http://schemas.openxmlformats.org/officeDocument/2006/relationships/notesSlide" Target="../notesSlides/notesSlide3.xml"/><Relationship Id="rId1" Type="http://schemas.openxmlformats.org/officeDocument/2006/relationships/slideLayout" Target="../slideLayouts/slideLayout11.xml"/><Relationship Id="rId6" Type="http://schemas.openxmlformats.org/officeDocument/2006/relationships/image" Target="../media/image8.png"/><Relationship Id="rId5" Type="http://schemas.openxmlformats.org/officeDocument/2006/relationships/image" Target="../media/image4.svg"/><Relationship Id="rId10" Type="http://schemas.openxmlformats.org/officeDocument/2006/relationships/image" Target="../media/image7.emf"/><Relationship Id="rId4" Type="http://schemas.openxmlformats.org/officeDocument/2006/relationships/image" Target="../media/image3.svg"/><Relationship Id="rId9" Type="http://schemas.openxmlformats.org/officeDocument/2006/relationships/image" Target="../media/image6.emf"/></Relationships>
</file>

<file path=ppt/slides/_rels/slide5.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10.png"/><Relationship Id="rId7" Type="http://schemas.openxmlformats.org/officeDocument/2006/relationships/image" Target="../media/image4.svg"/><Relationship Id="rId12" Type="http://schemas.openxmlformats.org/officeDocument/2006/relationships/image" Target="../media/image7.emf"/><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svg"/><Relationship Id="rId11" Type="http://schemas.openxmlformats.org/officeDocument/2006/relationships/image" Target="../media/image6.emf"/><Relationship Id="rId5" Type="http://schemas.openxmlformats.org/officeDocument/2006/relationships/image" Target="../media/image2.svg"/><Relationship Id="rId10" Type="http://schemas.openxmlformats.org/officeDocument/2006/relationships/image" Target="../media/image1.emf"/><Relationship Id="rId4" Type="http://schemas.openxmlformats.org/officeDocument/2006/relationships/hyperlink" Target="https://github.com/ARM-software/SDS-Framework" TargetMode="External"/><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svg"/><Relationship Id="rId7" Type="http://schemas.openxmlformats.org/officeDocument/2006/relationships/image" Target="../media/image6.emf"/><Relationship Id="rId2" Type="http://schemas.openxmlformats.org/officeDocument/2006/relationships/notesSlide" Target="../notesSlides/notesSlide5.xml"/><Relationship Id="rId1" Type="http://schemas.openxmlformats.org/officeDocument/2006/relationships/slideLayout" Target="../slideLayouts/slideLayout11.xml"/><Relationship Id="rId6" Type="http://schemas.openxmlformats.org/officeDocument/2006/relationships/image" Target="../media/image1.emf"/><Relationship Id="rId5" Type="http://schemas.openxmlformats.org/officeDocument/2006/relationships/image" Target="../media/image11.svg"/><Relationship Id="rId10" Type="http://schemas.openxmlformats.org/officeDocument/2006/relationships/image" Target="../media/image9.png"/><Relationship Id="rId4" Type="http://schemas.openxmlformats.org/officeDocument/2006/relationships/image" Target="../media/image3.svg"/><Relationship Id="rId9" Type="http://schemas.openxmlformats.org/officeDocument/2006/relationships/image" Target="../media/image8.png"/></Relationships>
</file>

<file path=ppt/slides/_rels/slide7.xml.rels><?xml version="1.0" encoding="UTF-8" standalone="yes"?>
<Relationships xmlns="http://schemas.openxmlformats.org/package/2006/relationships"><Relationship Id="rId8" Type="http://schemas.openxmlformats.org/officeDocument/2006/relationships/hyperlink" Target="https://github.com/arm-software/avh"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6.xml"/><Relationship Id="rId1" Type="http://schemas.openxmlformats.org/officeDocument/2006/relationships/slideLayout" Target="../slideLayouts/slideLayout11.xml"/><Relationship Id="rId6" Type="http://schemas.openxmlformats.org/officeDocument/2006/relationships/image" Target="../media/image6.emf"/><Relationship Id="rId5" Type="http://schemas.openxmlformats.org/officeDocument/2006/relationships/image" Target="../media/image1.emf"/><Relationship Id="rId10" Type="http://schemas.openxmlformats.org/officeDocument/2006/relationships/hyperlink" Target="https://arm-software.github.io/SDS-Framework/main/template.html" TargetMode="External"/><Relationship Id="rId4" Type="http://schemas.openxmlformats.org/officeDocument/2006/relationships/image" Target="../media/image3.svg"/><Relationship Id="rId9" Type="http://schemas.openxmlformats.org/officeDocument/2006/relationships/hyperlink" Target="https://marketplace.visualstudio.com/items?itemName=Arm.cmsis-sds" TargetMode="External"/></Relationships>
</file>

<file path=ppt/slides/_rels/slide8.xml.rels><?xml version="1.0" encoding="UTF-8" standalone="yes"?>
<Relationships xmlns="http://schemas.openxmlformats.org/package/2006/relationships"><Relationship Id="rId8" Type="http://schemas.openxmlformats.org/officeDocument/2006/relationships/hyperlink" Target="https://arm-software.github.io/SDS-Framework/main/theory.html#yaml-metadata-format" TargetMode="External"/><Relationship Id="rId3" Type="http://schemas.openxmlformats.org/officeDocument/2006/relationships/image" Target="../media/image2.svg"/><Relationship Id="rId7" Type="http://schemas.openxmlformats.org/officeDocument/2006/relationships/image" Target="../media/image7.emf"/><Relationship Id="rId2" Type="http://schemas.openxmlformats.org/officeDocument/2006/relationships/notesSlide" Target="../notesSlides/notesSlide7.xml"/><Relationship Id="rId1" Type="http://schemas.openxmlformats.org/officeDocument/2006/relationships/slideLayout" Target="../slideLayouts/slideLayout11.xml"/><Relationship Id="rId6" Type="http://schemas.openxmlformats.org/officeDocument/2006/relationships/image" Target="../media/image6.emf"/><Relationship Id="rId11" Type="http://schemas.openxmlformats.org/officeDocument/2006/relationships/hyperlink" Target="https://arm-software.github.io/SDS-Framework/main/template.html" TargetMode="External"/><Relationship Id="rId5" Type="http://schemas.openxmlformats.org/officeDocument/2006/relationships/image" Target="../media/image1.emf"/><Relationship Id="rId10" Type="http://schemas.openxmlformats.org/officeDocument/2006/relationships/hyperlink" Target="https://marketplace.visualstudio.com/items?itemName=Arm.cmsis-sds" TargetMode="External"/><Relationship Id="rId4" Type="http://schemas.openxmlformats.org/officeDocument/2006/relationships/image" Target="../media/image3.svg"/><Relationship Id="rId9" Type="http://schemas.openxmlformats.org/officeDocument/2006/relationships/hyperlink" Target="https://github.com/arm-software/avh"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1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3.sv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github.com/Arm-Examples/sds-examples" TargetMode="External"/><Relationship Id="rId1" Type="http://schemas.openxmlformats.org/officeDocument/2006/relationships/slideLayout" Target="../slideLayouts/slideLayout11.xml"/></Relationships>
</file>

<file path=ppt/slides/_rels/slide13.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image" Target="../media/image10.png"/><Relationship Id="rId7" Type="http://schemas.openxmlformats.org/officeDocument/2006/relationships/image" Target="../media/image2.sv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github.com/ARM-software/SDS-Framework" TargetMode="External"/><Relationship Id="rId9" Type="http://schemas.openxmlformats.org/officeDocument/2006/relationships/image" Target="../media/image4.svg"/></Relationships>
</file>

<file path=ppt/slides/_rels/slide14.xml.rels><?xml version="1.0" encoding="UTF-8" standalone="yes"?>
<Relationships xmlns="http://schemas.openxmlformats.org/package/2006/relationships"><Relationship Id="rId8" Type="http://schemas.openxmlformats.org/officeDocument/2006/relationships/image" Target="../media/image3.svg"/><Relationship Id="rId3" Type="http://schemas.openxmlformats.org/officeDocument/2006/relationships/hyperlink" Target="https://github.com/ARM-software/CMSIS-DSP/tree/main/ComputeGraph" TargetMode="External"/><Relationship Id="rId7" Type="http://schemas.openxmlformats.org/officeDocument/2006/relationships/image" Target="../media/image2.sv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17.svg"/><Relationship Id="rId5" Type="http://schemas.openxmlformats.org/officeDocument/2006/relationships/image" Target="../media/image16.svg"/><Relationship Id="rId4" Type="http://schemas.openxmlformats.org/officeDocument/2006/relationships/image" Target="../media/image15.png"/><Relationship Id="rId9" Type="http://schemas.openxmlformats.org/officeDocument/2006/relationships/hyperlink" Target="https://armkeil.blob.core.windows.net/developer/Files/videos/CMSIS/20230510_CMSIS-Stream_and_SDS_Technical_Review.mp4" TargetMode="External"/></Relationships>
</file>

<file path=ppt/slides/_rels/slide1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github.com/arm-software/SDS-Framework" TargetMode="External"/><Relationship Id="rId4" Type="http://schemas.openxmlformats.org/officeDocument/2006/relationships/image" Target="../media/image3.sv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1.xml"/><Relationship Id="rId1" Type="http://schemas.openxmlformats.org/officeDocument/2006/relationships/slideLayout" Target="../slideLayouts/slideLayout11.xml"/><Relationship Id="rId4" Type="http://schemas.openxmlformats.org/officeDocument/2006/relationships/image" Target="../media/image7.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11.xml"/><Relationship Id="rId6" Type="http://schemas.openxmlformats.org/officeDocument/2006/relationships/image" Target="../media/image20.png"/><Relationship Id="rId5" Type="http://schemas.openxmlformats.org/officeDocument/2006/relationships/image" Target="../media/image3.svg"/><Relationship Id="rId4" Type="http://schemas.openxmlformats.org/officeDocument/2006/relationships/image" Target="../media/image2.sv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9.png"/><Relationship Id="rId1" Type="http://schemas.openxmlformats.org/officeDocument/2006/relationships/slideLayout" Target="../slideLayouts/slideLayout11.xml"/><Relationship Id="rId4" Type="http://schemas.openxmlformats.org/officeDocument/2006/relationships/image" Target="../media/image19.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43C7AC4C-D5E7-82F9-9443-CA8DEA261FB5}"/>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93CE2DDC-4EBC-E095-5F8B-FAD236886CBC}"/>
              </a:ext>
            </a:extLst>
          </p:cNvPr>
          <p:cNvSpPr/>
          <p:nvPr/>
        </p:nvSpPr>
        <p:spPr>
          <a:xfrm>
            <a:off x="1400848" y="1195848"/>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C63569F6-A60A-77A7-6D7A-58B01E26F3BC}"/>
              </a:ext>
            </a:extLst>
          </p:cNvPr>
          <p:cNvPicPr>
            <a:picLocks noChangeAspect="1"/>
          </p:cNvPicPr>
          <p:nvPr/>
        </p:nvPicPr>
        <p:blipFill>
          <a:blip r:embed="rId3"/>
          <a:stretch>
            <a:fillRect/>
          </a:stretch>
        </p:blipFill>
        <p:spPr>
          <a:xfrm>
            <a:off x="584450" y="1253392"/>
            <a:ext cx="371504" cy="471311"/>
          </a:xfrm>
          <a:prstGeom prst="rect">
            <a:avLst/>
          </a:prstGeom>
        </p:spPr>
      </p:pic>
      <p:sp>
        <p:nvSpPr>
          <p:cNvPr id="61" name="Rectangle 60">
            <a:extLst>
              <a:ext uri="{FF2B5EF4-FFF2-40B4-BE49-F238E27FC236}">
                <a16:creationId xmlns:a16="http://schemas.microsoft.com/office/drawing/2014/main" id="{D5E81CF3-8DF1-E0DE-DA9A-ED5A306E970D}"/>
              </a:ext>
            </a:extLst>
          </p:cNvPr>
          <p:cNvSpPr/>
          <p:nvPr/>
        </p:nvSpPr>
        <p:spPr>
          <a:xfrm>
            <a:off x="1400848" y="3702523"/>
            <a:ext cx="9390303" cy="197609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rPr>
              <a:t>   </a:t>
            </a:r>
          </a:p>
        </p:txBody>
      </p:sp>
      <p:sp>
        <p:nvSpPr>
          <p:cNvPr id="62" name="Content Placeholder 2">
            <a:extLst>
              <a:ext uri="{FF2B5EF4-FFF2-40B4-BE49-F238E27FC236}">
                <a16:creationId xmlns:a16="http://schemas.microsoft.com/office/drawing/2014/main" id="{25AE0B0B-6A53-EFFB-4086-95C0FA7795BD}"/>
              </a:ext>
            </a:extLst>
          </p:cNvPr>
          <p:cNvSpPr txBox="1">
            <a:spLocks/>
          </p:cNvSpPr>
          <p:nvPr/>
        </p:nvSpPr>
        <p:spPr>
          <a:xfrm>
            <a:off x="3683501" y="3846779"/>
            <a:ext cx="4824995" cy="170332"/>
          </a:xfrm>
          <a:prstGeom prst="rect">
            <a:avLst/>
          </a:prstGeom>
        </p:spPr>
        <p:txBody>
          <a:bodyPr vert="horz" lIns="0" tIns="0" rIns="0" bIns="0" rtlCol="0" anchor="t">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ML MODEL DEVELOPMENT  (</a:t>
            </a:r>
            <a:r>
              <a:rPr kumimoji="0" lang="en-US" sz="1067" b="1" i="0" u="none" strike="noStrike" kern="1200" cap="none" spc="400" normalizeH="0" baseline="0" noProof="0" dirty="0" err="1">
                <a:ln>
                  <a:noFill/>
                </a:ln>
                <a:solidFill>
                  <a:schemeClr val="tx1"/>
                </a:solidFill>
                <a:effectLst/>
                <a:uLnTx/>
                <a:uFillTx/>
                <a:latin typeface="Aeonik Fono" panose="020B0504030300000000" pitchFamily="34" charset="0"/>
                <a:ea typeface="ＭＳ Ｐゴシック"/>
              </a:rPr>
              <a:t>MLOps</a:t>
            </a: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a:rPr>
              <a:t>)</a:t>
            </a:r>
            <a:endParaRPr kumimoji="0" lang="en-US" sz="3200" b="0" i="0" u="none" strike="noStrike" kern="1200" cap="none" spc="0" normalizeH="0" baseline="0" noProof="0" dirty="0">
              <a:ln>
                <a:noFill/>
              </a:ln>
              <a:solidFill>
                <a:schemeClr val="tx1"/>
              </a:solidFill>
              <a:effectLst/>
              <a:uLnTx/>
              <a:uFillTx/>
              <a:latin typeface="Aeonik Fono" panose="020B0504030300000000" pitchFamily="34" charset="0"/>
              <a:ea typeface="ＭＳ Ｐゴシック" charset="0"/>
            </a:endParaRPr>
          </a:p>
        </p:txBody>
      </p:sp>
      <p:sp>
        <p:nvSpPr>
          <p:cNvPr id="63" name="Content Placeholder 2">
            <a:extLst>
              <a:ext uri="{FF2B5EF4-FFF2-40B4-BE49-F238E27FC236}">
                <a16:creationId xmlns:a16="http://schemas.microsoft.com/office/drawing/2014/main" id="{E554E16E-5F94-4AE6-8A6F-F8B05C9E3B5A}"/>
              </a:ext>
            </a:extLst>
          </p:cNvPr>
          <p:cNvSpPr txBox="1">
            <a:spLocks/>
          </p:cNvSpPr>
          <p:nvPr/>
        </p:nvSpPr>
        <p:spPr>
          <a:xfrm>
            <a:off x="3683501" y="1354117"/>
            <a:ext cx="4824995" cy="170332"/>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CLASSIC EMBEDDED DEVELOPMENT</a:t>
            </a:r>
          </a:p>
        </p:txBody>
      </p:sp>
      <p:cxnSp>
        <p:nvCxnSpPr>
          <p:cNvPr id="64" name="Straight Arrow Connector 63">
            <a:extLst>
              <a:ext uri="{FF2B5EF4-FFF2-40B4-BE49-F238E27FC236}">
                <a16:creationId xmlns:a16="http://schemas.microsoft.com/office/drawing/2014/main" id="{2DF12995-E1F4-A79D-48FE-F0FD35567F92}"/>
              </a:ext>
            </a:extLst>
          </p:cNvPr>
          <p:cNvCxnSpPr>
            <a:cxnSpLocks/>
            <a:stCxn id="105" idx="3"/>
            <a:endCxn id="106" idx="1"/>
          </p:cNvCxnSpPr>
          <p:nvPr/>
        </p:nvCxnSpPr>
        <p:spPr>
          <a:xfrm flipV="1">
            <a:off x="2530486" y="2075356"/>
            <a:ext cx="1125202" cy="25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60DDAA98-768A-B12E-36EC-0A18003089C9}"/>
              </a:ext>
            </a:extLst>
          </p:cNvPr>
          <p:cNvCxnSpPr>
            <a:cxnSpLocks/>
          </p:cNvCxnSpPr>
          <p:nvPr/>
        </p:nvCxnSpPr>
        <p:spPr>
          <a:xfrm>
            <a:off x="4559008" y="2066546"/>
            <a:ext cx="3071484"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08CB076A-B072-9746-94A8-4183A249271A}"/>
              </a:ext>
            </a:extLst>
          </p:cNvPr>
          <p:cNvCxnSpPr>
            <a:cxnSpLocks/>
            <a:stCxn id="107" idx="3"/>
            <a:endCxn id="108" idx="1"/>
          </p:cNvCxnSpPr>
          <p:nvPr/>
        </p:nvCxnSpPr>
        <p:spPr>
          <a:xfrm>
            <a:off x="8533812" y="2085099"/>
            <a:ext cx="1115596" cy="492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DE0AE95-9447-6940-3399-6DF72E90AD5B}"/>
              </a:ext>
            </a:extLst>
          </p:cNvPr>
          <p:cNvCxnSpPr>
            <a:cxnSpLocks/>
            <a:endCxn id="109" idx="0"/>
          </p:cNvCxnSpPr>
          <p:nvPr/>
        </p:nvCxnSpPr>
        <p:spPr>
          <a:xfrm>
            <a:off x="6074551" y="2063138"/>
            <a:ext cx="183" cy="18130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8" name="Process 67">
            <a:extLst>
              <a:ext uri="{FF2B5EF4-FFF2-40B4-BE49-F238E27FC236}">
                <a16:creationId xmlns:a16="http://schemas.microsoft.com/office/drawing/2014/main" id="{9DB73541-6A6C-6F76-9E18-987ED5A78667}"/>
              </a:ext>
            </a:extLst>
          </p:cNvPr>
          <p:cNvSpPr/>
          <p:nvPr/>
        </p:nvSpPr>
        <p:spPr>
          <a:xfrm>
            <a:off x="1625073" y="4270414"/>
            <a:ext cx="828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searcher</a:t>
            </a:r>
          </a:p>
        </p:txBody>
      </p:sp>
      <p:sp>
        <p:nvSpPr>
          <p:cNvPr id="69" name="Process 68">
            <a:extLst>
              <a:ext uri="{FF2B5EF4-FFF2-40B4-BE49-F238E27FC236}">
                <a16:creationId xmlns:a16="http://schemas.microsoft.com/office/drawing/2014/main" id="{2EFA5281-C84E-9F01-8B98-7320D43CA1CB}"/>
              </a:ext>
            </a:extLst>
          </p:cNvPr>
          <p:cNvSpPr/>
          <p:nvPr/>
        </p:nvSpPr>
        <p:spPr>
          <a:xfrm>
            <a:off x="2696760" y="4280388"/>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Model Compressor</a:t>
            </a:r>
          </a:p>
        </p:txBody>
      </p:sp>
      <p:sp>
        <p:nvSpPr>
          <p:cNvPr id="70" name="Process 69">
            <a:extLst>
              <a:ext uri="{FF2B5EF4-FFF2-40B4-BE49-F238E27FC236}">
                <a16:creationId xmlns:a16="http://schemas.microsoft.com/office/drawing/2014/main" id="{B71D20CD-A234-BE6F-813E-A40411B4171E}"/>
              </a:ext>
            </a:extLst>
          </p:cNvPr>
          <p:cNvSpPr/>
          <p:nvPr/>
        </p:nvSpPr>
        <p:spPr>
          <a:xfrm>
            <a:off x="3922446"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Trained</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ML Model</a:t>
            </a:r>
          </a:p>
        </p:txBody>
      </p:sp>
      <p:sp>
        <p:nvSpPr>
          <p:cNvPr id="71" name="Process 70">
            <a:extLst>
              <a:ext uri="{FF2B5EF4-FFF2-40B4-BE49-F238E27FC236}">
                <a16:creationId xmlns:a16="http://schemas.microsoft.com/office/drawing/2014/main" id="{27E6EF38-B513-9A31-6027-0CA5A6782FAD}"/>
              </a:ext>
            </a:extLst>
          </p:cNvPr>
          <p:cNvSpPr/>
          <p:nvPr/>
        </p:nvSpPr>
        <p:spPr>
          <a:xfrm>
            <a:off x="5071133"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Weight clustering</a:t>
            </a:r>
          </a:p>
        </p:txBody>
      </p:sp>
      <p:sp>
        <p:nvSpPr>
          <p:cNvPr id="72" name="Process 71">
            <a:extLst>
              <a:ext uri="{FF2B5EF4-FFF2-40B4-BE49-F238E27FC236}">
                <a16:creationId xmlns:a16="http://schemas.microsoft.com/office/drawing/2014/main" id="{CC6F8FFB-7729-3D2E-C7AD-F956999810BC}"/>
              </a:ext>
            </a:extLst>
          </p:cNvPr>
          <p:cNvSpPr/>
          <p:nvPr/>
        </p:nvSpPr>
        <p:spPr>
          <a:xfrm>
            <a:off x="6219820" y="427041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Quantization</a:t>
            </a:r>
          </a:p>
        </p:txBody>
      </p:sp>
      <p:sp>
        <p:nvSpPr>
          <p:cNvPr id="73" name="Process 72">
            <a:extLst>
              <a:ext uri="{FF2B5EF4-FFF2-40B4-BE49-F238E27FC236}">
                <a16:creationId xmlns:a16="http://schemas.microsoft.com/office/drawing/2014/main" id="{DE3024F2-0E86-9CA0-D0AA-712F8AC78F6E}"/>
              </a:ext>
            </a:extLst>
          </p:cNvPr>
          <p:cNvSpPr/>
          <p:nvPr/>
        </p:nvSpPr>
        <p:spPr>
          <a:xfrm>
            <a:off x="7368506"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Compile</a:t>
            </a:r>
          </a:p>
        </p:txBody>
      </p:sp>
      <p:sp>
        <p:nvSpPr>
          <p:cNvPr id="74" name="Process 73">
            <a:extLst>
              <a:ext uri="{FF2B5EF4-FFF2-40B4-BE49-F238E27FC236}">
                <a16:creationId xmlns:a16="http://schemas.microsoft.com/office/drawing/2014/main" id="{095C26A6-0A7C-7944-02BB-D9D9A3B48962}"/>
              </a:ext>
            </a:extLst>
          </p:cNvPr>
          <p:cNvSpPr/>
          <p:nvPr/>
        </p:nvSpPr>
        <p:spPr>
          <a:xfrm>
            <a:off x="8517193"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Validate</a:t>
            </a:r>
          </a:p>
        </p:txBody>
      </p:sp>
      <p:sp>
        <p:nvSpPr>
          <p:cNvPr id="75" name="Process 74">
            <a:extLst>
              <a:ext uri="{FF2B5EF4-FFF2-40B4-BE49-F238E27FC236}">
                <a16:creationId xmlns:a16="http://schemas.microsoft.com/office/drawing/2014/main" id="{38E0B00B-329B-EA78-303C-D3657EA55559}"/>
              </a:ext>
            </a:extLst>
          </p:cNvPr>
          <p:cNvSpPr/>
          <p:nvPr/>
        </p:nvSpPr>
        <p:spPr>
          <a:xfrm>
            <a:off x="9665881" y="4270414"/>
            <a:ext cx="903320" cy="848717"/>
          </a:xfrm>
          <a:prstGeom prst="flowChartProcess">
            <a:avLst/>
          </a:prstGeom>
          <a:solidFill>
            <a:schemeClr val="tx2"/>
          </a:solidFill>
          <a:ln w="15875">
            <a:solidFill>
              <a:schemeClr val="accent4">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ML Model</a:t>
            </a:r>
          </a:p>
        </p:txBody>
      </p:sp>
      <p:cxnSp>
        <p:nvCxnSpPr>
          <p:cNvPr id="76" name="Straight Arrow Connector 75">
            <a:extLst>
              <a:ext uri="{FF2B5EF4-FFF2-40B4-BE49-F238E27FC236}">
                <a16:creationId xmlns:a16="http://schemas.microsoft.com/office/drawing/2014/main" id="{93FC76BD-2D00-C945-A25E-6FB14E8BFC6F}"/>
              </a:ext>
            </a:extLst>
          </p:cNvPr>
          <p:cNvCxnSpPr>
            <a:cxnSpLocks/>
            <a:stCxn id="68" idx="3"/>
            <a:endCxn id="69" idx="1"/>
          </p:cNvCxnSpPr>
          <p:nvPr/>
        </p:nvCxnSpPr>
        <p:spPr>
          <a:xfrm>
            <a:off x="2453073" y="4694773"/>
            <a:ext cx="243687" cy="997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A28E9E9F-648E-8AF4-9007-04A683E17689}"/>
              </a:ext>
            </a:extLst>
          </p:cNvPr>
          <p:cNvCxnSpPr>
            <a:cxnSpLocks/>
          </p:cNvCxnSpPr>
          <p:nvPr/>
        </p:nvCxnSpPr>
        <p:spPr>
          <a:xfrm>
            <a:off x="368078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8" name="Straight Arrow Connector 77">
            <a:extLst>
              <a:ext uri="{FF2B5EF4-FFF2-40B4-BE49-F238E27FC236}">
                <a16:creationId xmlns:a16="http://schemas.microsoft.com/office/drawing/2014/main" id="{9FDAF665-C791-36CF-7DFD-5E9B318F4178}"/>
              </a:ext>
            </a:extLst>
          </p:cNvPr>
          <p:cNvCxnSpPr>
            <a:cxnSpLocks/>
          </p:cNvCxnSpPr>
          <p:nvPr/>
        </p:nvCxnSpPr>
        <p:spPr>
          <a:xfrm>
            <a:off x="4824832"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9" name="Straight Arrow Connector 78">
            <a:extLst>
              <a:ext uri="{FF2B5EF4-FFF2-40B4-BE49-F238E27FC236}">
                <a16:creationId xmlns:a16="http://schemas.microsoft.com/office/drawing/2014/main" id="{2A375EB7-6A71-D1D1-3E31-71C406508A19}"/>
              </a:ext>
            </a:extLst>
          </p:cNvPr>
          <p:cNvCxnSpPr>
            <a:cxnSpLocks/>
          </p:cNvCxnSpPr>
          <p:nvPr/>
        </p:nvCxnSpPr>
        <p:spPr>
          <a:xfrm>
            <a:off x="5977227"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FFFB8326-F43A-959C-5B31-A8339057E149}"/>
              </a:ext>
            </a:extLst>
          </p:cNvPr>
          <p:cNvCxnSpPr>
            <a:cxnSpLocks/>
          </p:cNvCxnSpPr>
          <p:nvPr/>
        </p:nvCxnSpPr>
        <p:spPr>
          <a:xfrm>
            <a:off x="7121270"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32538364-F6D7-EB83-0386-DE07D9A9E806}"/>
              </a:ext>
            </a:extLst>
          </p:cNvPr>
          <p:cNvCxnSpPr>
            <a:cxnSpLocks/>
          </p:cNvCxnSpPr>
          <p:nvPr/>
        </p:nvCxnSpPr>
        <p:spPr>
          <a:xfrm>
            <a:off x="8273664"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2" name="Straight Arrow Connector 81">
            <a:extLst>
              <a:ext uri="{FF2B5EF4-FFF2-40B4-BE49-F238E27FC236}">
                <a16:creationId xmlns:a16="http://schemas.microsoft.com/office/drawing/2014/main" id="{6531DFD8-7525-F140-DEAE-1C77B15D3D4E}"/>
              </a:ext>
            </a:extLst>
          </p:cNvPr>
          <p:cNvCxnSpPr>
            <a:cxnSpLocks/>
          </p:cNvCxnSpPr>
          <p:nvPr/>
        </p:nvCxnSpPr>
        <p:spPr>
          <a:xfrm>
            <a:off x="9417708" y="4694772"/>
            <a:ext cx="24536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5C38D22B-EEA3-A40C-E7CA-EB78F7E3731D}"/>
              </a:ext>
            </a:extLst>
          </p:cNvPr>
          <p:cNvSpPr txBox="1"/>
          <p:nvPr/>
        </p:nvSpPr>
        <p:spPr>
          <a:xfrm>
            <a:off x="8172164" y="5711835"/>
            <a:ext cx="1593379" cy="387798"/>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400" b="0" i="0" u="none" strike="noStrike" kern="1200" cap="none" spc="0" normalizeH="0" baseline="0" noProof="0" dirty="0">
                <a:ln>
                  <a:noFill/>
                </a:ln>
                <a:solidFill>
                  <a:schemeClr val="accent4">
                    <a:lumMod val="75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Arm tools integrate here</a:t>
            </a:r>
            <a:r>
              <a:rPr kumimoji="0" lang="en-US" sz="1400" b="0" i="0" u="none" strike="noStrike" kern="1200" cap="none" spc="0" normalizeH="0" baseline="0" noProof="0" dirty="0">
                <a:ln>
                  <a:noFill/>
                </a:ln>
                <a:solidFill>
                  <a:schemeClr val="accent4">
                    <a:lumMod val="50000"/>
                  </a:schemeClr>
                </a:solidFill>
                <a:effectLst/>
                <a:uLnTx/>
                <a:uFillTx/>
                <a:latin typeface="Aeonik" panose="020B0503030300000000" pitchFamily="34" charset="0"/>
                <a:ea typeface="ＭＳ Ｐゴシック" panose="020B0600070205080204" pitchFamily="34" charset="-128"/>
                <a:cs typeface="Calibri" panose="020F0502020204030204" pitchFamily="34" charset="0"/>
              </a:rPr>
              <a:t> </a:t>
            </a:r>
          </a:p>
        </p:txBody>
      </p:sp>
      <p:cxnSp>
        <p:nvCxnSpPr>
          <p:cNvPr id="84" name="Elbow Connector 83">
            <a:extLst>
              <a:ext uri="{FF2B5EF4-FFF2-40B4-BE49-F238E27FC236}">
                <a16:creationId xmlns:a16="http://schemas.microsoft.com/office/drawing/2014/main" id="{CB5E31E8-34D9-5559-2689-DABCABE130E7}"/>
              </a:ext>
            </a:extLst>
          </p:cNvPr>
          <p:cNvCxnSpPr>
            <a:cxnSpLocks/>
            <a:stCxn id="83" idx="3"/>
            <a:endCxn id="75" idx="2"/>
          </p:cNvCxnSpPr>
          <p:nvPr/>
        </p:nvCxnSpPr>
        <p:spPr>
          <a:xfrm flipV="1">
            <a:off x="9765543" y="5119131"/>
            <a:ext cx="351998" cy="786603"/>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5" name="Elbow Connector 84">
            <a:extLst>
              <a:ext uri="{FF2B5EF4-FFF2-40B4-BE49-F238E27FC236}">
                <a16:creationId xmlns:a16="http://schemas.microsoft.com/office/drawing/2014/main" id="{6359C07C-A059-5F73-395E-B11E613F8E2A}"/>
              </a:ext>
            </a:extLst>
          </p:cNvPr>
          <p:cNvCxnSpPr>
            <a:cxnSpLocks/>
            <a:stCxn id="83" idx="1"/>
          </p:cNvCxnSpPr>
          <p:nvPr/>
        </p:nvCxnSpPr>
        <p:spPr>
          <a:xfrm rot="10800000">
            <a:off x="7820380" y="5162686"/>
            <a:ext cx="351784" cy="743049"/>
          </a:xfrm>
          <a:prstGeom prst="bentConnector2">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6" name="Right Brace 85">
            <a:extLst>
              <a:ext uri="{FF2B5EF4-FFF2-40B4-BE49-F238E27FC236}">
                <a16:creationId xmlns:a16="http://schemas.microsoft.com/office/drawing/2014/main" id="{677E5F34-932D-54C9-7C02-E51E52113F0A}"/>
              </a:ext>
            </a:extLst>
          </p:cNvPr>
          <p:cNvSpPr/>
          <p:nvPr/>
        </p:nvSpPr>
        <p:spPr>
          <a:xfrm>
            <a:off x="1015847" y="3715676"/>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sp>
        <p:nvSpPr>
          <p:cNvPr id="87" name="Right Brace 86">
            <a:extLst>
              <a:ext uri="{FF2B5EF4-FFF2-40B4-BE49-F238E27FC236}">
                <a16:creationId xmlns:a16="http://schemas.microsoft.com/office/drawing/2014/main" id="{C378C90B-7754-9314-A605-52A84D682B6E}"/>
              </a:ext>
            </a:extLst>
          </p:cNvPr>
          <p:cNvSpPr/>
          <p:nvPr/>
        </p:nvSpPr>
        <p:spPr>
          <a:xfrm>
            <a:off x="1015847" y="1207453"/>
            <a:ext cx="384503" cy="1954477"/>
          </a:xfrm>
          <a:prstGeom prst="rightBrace">
            <a:avLst>
              <a:gd name="adj1" fmla="val 0"/>
              <a:gd name="adj2" fmla="val 50000"/>
            </a:avLst>
          </a:prstGeom>
          <a:ln w="15875">
            <a:solidFill>
              <a:schemeClr val="bg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659A476D-B190-B4E1-1AEC-3E38D72D978E}"/>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123" y="4031123"/>
            <a:ext cx="306905" cy="391304"/>
          </a:xfrm>
          <a:prstGeom prst="rect">
            <a:avLst/>
          </a:prstGeom>
        </p:spPr>
      </p:pic>
      <p:grpSp>
        <p:nvGrpSpPr>
          <p:cNvPr id="89" name="Group 88">
            <a:extLst>
              <a:ext uri="{FF2B5EF4-FFF2-40B4-BE49-F238E27FC236}">
                <a16:creationId xmlns:a16="http://schemas.microsoft.com/office/drawing/2014/main" id="{A3F9FBCD-8D00-2004-19A1-EE6018529468}"/>
              </a:ext>
            </a:extLst>
          </p:cNvPr>
          <p:cNvGrpSpPr/>
          <p:nvPr/>
        </p:nvGrpSpPr>
        <p:grpSpPr>
          <a:xfrm>
            <a:off x="595278" y="4854133"/>
            <a:ext cx="384503" cy="384503"/>
            <a:chOff x="721725" y="3919501"/>
            <a:chExt cx="313433" cy="313433"/>
          </a:xfrm>
        </p:grpSpPr>
        <p:pic>
          <p:nvPicPr>
            <p:cNvPr id="90" name="Graphic 89">
              <a:extLst>
                <a:ext uri="{FF2B5EF4-FFF2-40B4-BE49-F238E27FC236}">
                  <a16:creationId xmlns:a16="http://schemas.microsoft.com/office/drawing/2014/main" id="{088CFFA5-A18D-2C3F-1EF5-4A34435CCF2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21725" y="3919501"/>
              <a:ext cx="313433" cy="313433"/>
            </a:xfrm>
            <a:prstGeom prst="rect">
              <a:avLst/>
            </a:prstGeom>
          </p:spPr>
        </p:pic>
        <p:sp>
          <p:nvSpPr>
            <p:cNvPr id="91" name="Freeform 90">
              <a:extLst>
                <a:ext uri="{FF2B5EF4-FFF2-40B4-BE49-F238E27FC236}">
                  <a16:creationId xmlns:a16="http://schemas.microsoft.com/office/drawing/2014/main" id="{8FF94315-0F1B-3B7B-5DE3-CE37FDB2B649}"/>
                </a:ext>
              </a:extLst>
            </p:cNvPr>
            <p:cNvSpPr/>
            <p:nvPr/>
          </p:nvSpPr>
          <p:spPr>
            <a:xfrm>
              <a:off x="758702" y="3988434"/>
              <a:ext cx="165333" cy="112834"/>
            </a:xfrm>
            <a:custGeom>
              <a:avLst/>
              <a:gdLst>
                <a:gd name="connsiteX0" fmla="*/ 181043 w 217634"/>
                <a:gd name="connsiteY0" fmla="*/ 67879 h 148528"/>
                <a:gd name="connsiteX1" fmla="*/ 147055 w 217634"/>
                <a:gd name="connsiteY1" fmla="*/ 22643 h 148528"/>
                <a:gd name="connsiteX2" fmla="*/ 113115 w 217634"/>
                <a:gd name="connsiteY2" fmla="*/ 113164 h 148528"/>
                <a:gd name="connsiteX3" fmla="*/ 79176 w 217634"/>
                <a:gd name="connsiteY3" fmla="*/ 0 h 148528"/>
                <a:gd name="connsiteX4" fmla="*/ 45236 w 217634"/>
                <a:gd name="connsiteY4" fmla="*/ 67879 h 148528"/>
                <a:gd name="connsiteX5" fmla="*/ 0 w 217634"/>
                <a:gd name="connsiteY5" fmla="*/ 67879 h 148528"/>
                <a:gd name="connsiteX6" fmla="*/ 0 w 217634"/>
                <a:gd name="connsiteY6" fmla="*/ 79176 h 148528"/>
                <a:gd name="connsiteX7" fmla="*/ 45236 w 217634"/>
                <a:gd name="connsiteY7" fmla="*/ 79176 h 148528"/>
                <a:gd name="connsiteX8" fmla="*/ 52211 w 217634"/>
                <a:gd name="connsiteY8" fmla="*/ 79176 h 148528"/>
                <a:gd name="connsiteX9" fmla="*/ 55354 w 217634"/>
                <a:gd name="connsiteY9" fmla="*/ 72938 h 148528"/>
                <a:gd name="connsiteX10" fmla="*/ 76523 w 217634"/>
                <a:gd name="connsiteY10" fmla="*/ 30550 h 148528"/>
                <a:gd name="connsiteX11" fmla="*/ 102310 w 217634"/>
                <a:gd name="connsiteY11" fmla="*/ 116406 h 148528"/>
                <a:gd name="connsiteX12" fmla="*/ 111936 w 217634"/>
                <a:gd name="connsiteY12" fmla="*/ 148528 h 148528"/>
                <a:gd name="connsiteX13" fmla="*/ 123724 w 217634"/>
                <a:gd name="connsiteY13" fmla="*/ 117143 h 148528"/>
                <a:gd name="connsiteX14" fmla="*/ 150395 w 217634"/>
                <a:gd name="connsiteY14" fmla="*/ 45924 h 148528"/>
                <a:gd name="connsiteX15" fmla="*/ 171957 w 217634"/>
                <a:gd name="connsiteY15" fmla="*/ 74657 h 148528"/>
                <a:gd name="connsiteX16" fmla="*/ 175346 w 217634"/>
                <a:gd name="connsiteY16" fmla="*/ 79176 h 148528"/>
                <a:gd name="connsiteX17" fmla="*/ 181043 w 217634"/>
                <a:gd name="connsiteY17" fmla="*/ 79176 h 148528"/>
                <a:gd name="connsiteX18" fmla="*/ 217635 w 217634"/>
                <a:gd name="connsiteY18" fmla="*/ 79176 h 148528"/>
                <a:gd name="connsiteX19" fmla="*/ 217635 w 217634"/>
                <a:gd name="connsiteY19" fmla="*/ 67879 h 148528"/>
                <a:gd name="connsiteX20" fmla="*/ 181043 w 217634"/>
                <a:gd name="connsiteY20" fmla="*/ 67879 h 1485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217634" h="148528">
                  <a:moveTo>
                    <a:pt x="181043" y="67879"/>
                  </a:moveTo>
                  <a:lnTo>
                    <a:pt x="147055" y="22643"/>
                  </a:lnTo>
                  <a:lnTo>
                    <a:pt x="113115" y="113164"/>
                  </a:lnTo>
                  <a:lnTo>
                    <a:pt x="79176" y="0"/>
                  </a:lnTo>
                  <a:lnTo>
                    <a:pt x="45236" y="67879"/>
                  </a:lnTo>
                  <a:lnTo>
                    <a:pt x="0" y="67879"/>
                  </a:lnTo>
                  <a:lnTo>
                    <a:pt x="0" y="79176"/>
                  </a:lnTo>
                  <a:lnTo>
                    <a:pt x="45236" y="79176"/>
                  </a:lnTo>
                  <a:lnTo>
                    <a:pt x="52211" y="79176"/>
                  </a:lnTo>
                  <a:lnTo>
                    <a:pt x="55354" y="72938"/>
                  </a:lnTo>
                  <a:lnTo>
                    <a:pt x="76523" y="30550"/>
                  </a:lnTo>
                  <a:lnTo>
                    <a:pt x="102310" y="116406"/>
                  </a:lnTo>
                  <a:lnTo>
                    <a:pt x="111936" y="148528"/>
                  </a:lnTo>
                  <a:lnTo>
                    <a:pt x="123724" y="117143"/>
                  </a:lnTo>
                  <a:lnTo>
                    <a:pt x="150395" y="45924"/>
                  </a:lnTo>
                  <a:lnTo>
                    <a:pt x="171957" y="74657"/>
                  </a:lnTo>
                  <a:lnTo>
                    <a:pt x="175346" y="79176"/>
                  </a:lnTo>
                  <a:lnTo>
                    <a:pt x="181043" y="79176"/>
                  </a:lnTo>
                  <a:lnTo>
                    <a:pt x="217635" y="79176"/>
                  </a:lnTo>
                  <a:lnTo>
                    <a:pt x="217635" y="67879"/>
                  </a:lnTo>
                  <a:lnTo>
                    <a:pt x="181043" y="67879"/>
                  </a:lnTo>
                  <a:close/>
                </a:path>
              </a:pathLst>
            </a:custGeom>
            <a:solidFill>
              <a:srgbClr val="00C1DE"/>
            </a:solidFill>
            <a:ln w="0" cap="flat">
              <a:noFill/>
              <a:prstDash val="solid"/>
              <a:miter/>
            </a:ln>
          </p:spPr>
          <p:txBody>
            <a:bodyPr rtlCol="0" anchor="ctr"/>
            <a:lstStyle/>
            <a:p>
              <a:pPr marL="0" marR="0" lvl="0" indent="0" algn="l" defTabSz="1219170" rtl="0" eaLnBrk="0" fontAlgn="base" latinLnBrk="0" hangingPunct="0">
                <a:lnSpc>
                  <a:spcPct val="100000"/>
                </a:lnSpc>
                <a:spcBef>
                  <a:spcPct val="0"/>
                </a:spcBef>
                <a:spcAft>
                  <a:spcPct val="0"/>
                </a:spcAft>
                <a:buClrTx/>
                <a:buSzTx/>
                <a:buFontTx/>
                <a:buNone/>
                <a:tabLst/>
                <a:defRPr/>
              </a:pPr>
              <a:endParaRPr kumimoji="0" lang="en-US" sz="2400" b="1" i="0" u="none" strike="noStrike" kern="1200" cap="none" spc="0" normalizeH="0" baseline="0" noProof="0">
                <a:ln>
                  <a:noFill/>
                </a:ln>
                <a:solidFill>
                  <a:srgbClr val="000000"/>
                </a:solidFill>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92" name="TextBox 91">
            <a:extLst>
              <a:ext uri="{FF2B5EF4-FFF2-40B4-BE49-F238E27FC236}">
                <a16:creationId xmlns:a16="http://schemas.microsoft.com/office/drawing/2014/main" id="{AA74B722-2323-F62B-B3E1-16E469FB7964}"/>
              </a:ext>
            </a:extLst>
          </p:cNvPr>
          <p:cNvSpPr txBox="1"/>
          <p:nvPr/>
        </p:nvSpPr>
        <p:spPr>
          <a:xfrm>
            <a:off x="407084" y="447742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3" name="TextBox 92">
            <a:extLst>
              <a:ext uri="{FF2B5EF4-FFF2-40B4-BE49-F238E27FC236}">
                <a16:creationId xmlns:a16="http://schemas.microsoft.com/office/drawing/2014/main" id="{E57F4ACE-94E0-94A3-07F4-A85891CF5569}"/>
              </a:ext>
            </a:extLst>
          </p:cNvPr>
          <p:cNvSpPr txBox="1"/>
          <p:nvPr/>
        </p:nvSpPr>
        <p:spPr>
          <a:xfrm>
            <a:off x="407084" y="527829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Use-Case</a:t>
            </a:r>
          </a:p>
        </p:txBody>
      </p:sp>
      <p:cxnSp>
        <p:nvCxnSpPr>
          <p:cNvPr id="94" name="Elbow Connector 93">
            <a:extLst>
              <a:ext uri="{FF2B5EF4-FFF2-40B4-BE49-F238E27FC236}">
                <a16:creationId xmlns:a16="http://schemas.microsoft.com/office/drawing/2014/main" id="{B6D485EA-56F2-BD1C-1879-2F706F9DB4DA}"/>
              </a:ext>
            </a:extLst>
          </p:cNvPr>
          <p:cNvCxnSpPr>
            <a:cxnSpLocks/>
            <a:stCxn id="88" idx="0"/>
          </p:cNvCxnSpPr>
          <p:nvPr/>
        </p:nvCxnSpPr>
        <p:spPr>
          <a:xfrm rot="5400000" flipH="1" flipV="1">
            <a:off x="2841073" y="776195"/>
            <a:ext cx="1185433" cy="5324424"/>
          </a:xfrm>
          <a:prstGeom prst="bentConnector3">
            <a:avLst>
              <a:gd name="adj1" fmla="val 50000"/>
            </a:avLst>
          </a:prstGeom>
          <a:ln w="15875">
            <a:solidFill>
              <a:srgbClr val="00C1DE"/>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95" name="Elbow Connector 94">
            <a:extLst>
              <a:ext uri="{FF2B5EF4-FFF2-40B4-BE49-F238E27FC236}">
                <a16:creationId xmlns:a16="http://schemas.microsoft.com/office/drawing/2014/main" id="{CA9A8856-45C0-1FAC-3414-0E2AE934D9C5}"/>
              </a:ext>
            </a:extLst>
          </p:cNvPr>
          <p:cNvCxnSpPr>
            <a:cxnSpLocks/>
            <a:stCxn id="75" idx="0"/>
            <a:endCxn id="107" idx="2"/>
          </p:cNvCxnSpPr>
          <p:nvPr/>
        </p:nvCxnSpPr>
        <p:spPr>
          <a:xfrm rot="16200000" flipV="1">
            <a:off x="8219369" y="2372241"/>
            <a:ext cx="1760956" cy="2035389"/>
          </a:xfrm>
          <a:prstGeom prst="bentConnector3">
            <a:avLst>
              <a:gd name="adj1" fmla="val 47527"/>
            </a:avLst>
          </a:prstGeom>
          <a:ln w="15875">
            <a:solidFill>
              <a:srgbClr val="00C1DE"/>
            </a:solidFill>
            <a:headEnd type="none"/>
            <a:tailEnd type="triangle"/>
          </a:ln>
        </p:spPr>
        <p:style>
          <a:lnRef idx="1">
            <a:schemeClr val="accent1"/>
          </a:lnRef>
          <a:fillRef idx="0">
            <a:schemeClr val="accent1"/>
          </a:fillRef>
          <a:effectRef idx="0">
            <a:schemeClr val="accent1"/>
          </a:effectRef>
          <a:fontRef idx="minor">
            <a:schemeClr val="tx1"/>
          </a:fontRef>
        </p:style>
      </p:cxnSp>
      <p:pic>
        <p:nvPicPr>
          <p:cNvPr id="97" name="Picture 96">
            <a:extLst>
              <a:ext uri="{FF2B5EF4-FFF2-40B4-BE49-F238E27FC236}">
                <a16:creationId xmlns:a16="http://schemas.microsoft.com/office/drawing/2014/main" id="{A407F476-5C48-045A-71CB-CEB6964B5D7B}"/>
              </a:ext>
            </a:extLst>
          </p:cNvPr>
          <p:cNvPicPr>
            <a:picLocks noChangeAspect="1"/>
          </p:cNvPicPr>
          <p:nvPr/>
        </p:nvPicPr>
        <p:blipFill>
          <a:blip r:embed="rId8"/>
          <a:stretch>
            <a:fillRect/>
          </a:stretch>
        </p:blipFill>
        <p:spPr>
          <a:xfrm>
            <a:off x="594437" y="2057178"/>
            <a:ext cx="354609" cy="323203"/>
          </a:xfrm>
          <a:prstGeom prst="rect">
            <a:avLst/>
          </a:prstGeom>
        </p:spPr>
      </p:pic>
      <p:pic>
        <p:nvPicPr>
          <p:cNvPr id="98" name="Picture 97">
            <a:extLst>
              <a:ext uri="{FF2B5EF4-FFF2-40B4-BE49-F238E27FC236}">
                <a16:creationId xmlns:a16="http://schemas.microsoft.com/office/drawing/2014/main" id="{A5DA6120-8656-A10B-5900-9F26602E0E56}"/>
              </a:ext>
            </a:extLst>
          </p:cNvPr>
          <p:cNvPicPr>
            <a:picLocks noChangeAspect="1"/>
          </p:cNvPicPr>
          <p:nvPr/>
        </p:nvPicPr>
        <p:blipFill>
          <a:blip r:embed="rId9"/>
          <a:stretch>
            <a:fillRect/>
          </a:stretch>
        </p:blipFill>
        <p:spPr>
          <a:xfrm>
            <a:off x="568754" y="2718662"/>
            <a:ext cx="405975" cy="194161"/>
          </a:xfrm>
          <a:prstGeom prst="rect">
            <a:avLst/>
          </a:prstGeom>
        </p:spPr>
      </p:pic>
      <p:sp>
        <p:nvSpPr>
          <p:cNvPr id="99" name="TextBox 98">
            <a:extLst>
              <a:ext uri="{FF2B5EF4-FFF2-40B4-BE49-F238E27FC236}">
                <a16:creationId xmlns:a16="http://schemas.microsoft.com/office/drawing/2014/main" id="{13DCAD84-6BC9-65D1-AB58-4ADA12794E9D}"/>
              </a:ext>
            </a:extLst>
          </p:cNvPr>
          <p:cNvSpPr txBox="1"/>
          <p:nvPr/>
        </p:nvSpPr>
        <p:spPr>
          <a:xfrm>
            <a:off x="407084" y="176698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ECE5047F-FA79-2B97-6C48-FCFC8578D0CC}"/>
              </a:ext>
            </a:extLst>
          </p:cNvPr>
          <p:cNvSpPr txBox="1"/>
          <p:nvPr/>
        </p:nvSpPr>
        <p:spPr>
          <a:xfrm>
            <a:off x="407084" y="242503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CBF4C396-F9E5-ACE5-0562-F47D668A1729}"/>
              </a:ext>
            </a:extLst>
          </p:cNvPr>
          <p:cNvSpPr txBox="1"/>
          <p:nvPr/>
        </p:nvSpPr>
        <p:spPr>
          <a:xfrm>
            <a:off x="407084" y="296450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9891F9A3-2BB2-4E1D-FB09-E1505912E8ED}"/>
              </a:ext>
            </a:extLst>
          </p:cNvPr>
          <p:cNvSpPr/>
          <p:nvPr/>
        </p:nvSpPr>
        <p:spPr>
          <a:xfrm>
            <a:off x="1627166" y="1653568"/>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52327F87-9796-DEF5-0A24-1FA9F9C1F321}"/>
              </a:ext>
            </a:extLst>
          </p:cNvPr>
          <p:cNvSpPr/>
          <p:nvPr/>
        </p:nvSpPr>
        <p:spPr>
          <a:xfrm>
            <a:off x="3655688" y="1650997"/>
            <a:ext cx="97200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B1E7EA4A-F99A-ACAC-2315-10231DEA82E2}"/>
              </a:ext>
            </a:extLst>
          </p:cNvPr>
          <p:cNvSpPr/>
          <p:nvPr/>
        </p:nvSpPr>
        <p:spPr>
          <a:xfrm>
            <a:off x="7630492" y="1660741"/>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FC89442F-A6EE-AEE5-B553-1E97356FEE8D}"/>
              </a:ext>
            </a:extLst>
          </p:cNvPr>
          <p:cNvSpPr/>
          <p:nvPr/>
        </p:nvSpPr>
        <p:spPr>
          <a:xfrm>
            <a:off x="9649408" y="1665664"/>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AF85A236-F649-A5FC-B9FE-3F5A80C4A13D}"/>
              </a:ext>
            </a:extLst>
          </p:cNvPr>
          <p:cNvSpPr/>
          <p:nvPr/>
        </p:nvSpPr>
        <p:spPr>
          <a:xfrm>
            <a:off x="5623073" y="2244442"/>
            <a:ext cx="903320" cy="848717"/>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 Data Capturing</a:t>
            </a:r>
          </a:p>
        </p:txBody>
      </p:sp>
      <p:cxnSp>
        <p:nvCxnSpPr>
          <p:cNvPr id="110" name="Straight Arrow Connector 109">
            <a:extLst>
              <a:ext uri="{FF2B5EF4-FFF2-40B4-BE49-F238E27FC236}">
                <a16:creationId xmlns:a16="http://schemas.microsoft.com/office/drawing/2014/main" id="{6C2C968F-2058-ECCA-58C7-8D18F9AB09D1}"/>
              </a:ext>
            </a:extLst>
          </p:cNvPr>
          <p:cNvCxnSpPr>
            <a:cxnSpLocks/>
          </p:cNvCxnSpPr>
          <p:nvPr/>
        </p:nvCxnSpPr>
        <p:spPr>
          <a:xfrm flipV="1">
            <a:off x="8968854" y="5129105"/>
            <a:ext cx="6591" cy="539185"/>
          </a:xfrm>
          <a:prstGeom prst="straightConnector1">
            <a:avLst/>
          </a:prstGeom>
          <a:ln w="15875">
            <a:solidFill>
              <a:schemeClr val="accent4">
                <a:lumMod val="7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66283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FB3DF9-D78E-4BFF-EB7B-49B94681085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A0E3294-86D8-D002-3C1C-AA94B216DCD4}"/>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F5C68DC5-F54D-46E9-86EE-880C23DD9037}"/>
              </a:ext>
            </a:extLst>
          </p:cNvPr>
          <p:cNvSpPr/>
          <p:nvPr/>
        </p:nvSpPr>
        <p:spPr>
          <a:xfrm>
            <a:off x="1742636" y="1195848"/>
            <a:ext cx="6071917" cy="2037470"/>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60" name="Picture 59">
            <a:extLst>
              <a:ext uri="{FF2B5EF4-FFF2-40B4-BE49-F238E27FC236}">
                <a16:creationId xmlns:a16="http://schemas.microsoft.com/office/drawing/2014/main" id="{86809350-057E-6915-A9D1-06C94B7AEEB9}"/>
              </a:ext>
            </a:extLst>
          </p:cNvPr>
          <p:cNvPicPr>
            <a:picLocks noChangeAspect="1"/>
          </p:cNvPicPr>
          <p:nvPr/>
        </p:nvPicPr>
        <p:blipFill>
          <a:blip r:embed="rId3"/>
          <a:stretch>
            <a:fillRect/>
          </a:stretch>
        </p:blipFill>
        <p:spPr>
          <a:xfrm>
            <a:off x="1031922" y="1292302"/>
            <a:ext cx="371504" cy="471311"/>
          </a:xfrm>
          <a:prstGeom prst="rect">
            <a:avLst/>
          </a:prstGeom>
        </p:spPr>
      </p:pic>
      <p:sp>
        <p:nvSpPr>
          <p:cNvPr id="63" name="Content Placeholder 2">
            <a:extLst>
              <a:ext uri="{FF2B5EF4-FFF2-40B4-BE49-F238E27FC236}">
                <a16:creationId xmlns:a16="http://schemas.microsoft.com/office/drawing/2014/main" id="{28F59114-99DB-93D6-37A4-A2D8A960CD9B}"/>
              </a:ext>
            </a:extLst>
          </p:cNvPr>
          <p:cNvSpPr txBox="1">
            <a:spLocks/>
          </p:cNvSpPr>
          <p:nvPr/>
        </p:nvSpPr>
        <p:spPr>
          <a:xfrm>
            <a:off x="2075195" y="1354116"/>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a:t>
            </a:r>
          </a:p>
        </p:txBody>
      </p:sp>
      <p:cxnSp>
        <p:nvCxnSpPr>
          <p:cNvPr id="64" name="Straight Arrow Connector 63">
            <a:extLst>
              <a:ext uri="{FF2B5EF4-FFF2-40B4-BE49-F238E27FC236}">
                <a16:creationId xmlns:a16="http://schemas.microsoft.com/office/drawing/2014/main" id="{ECA076AE-94D4-6380-BC94-154A09ABE810}"/>
              </a:ext>
            </a:extLst>
          </p:cNvPr>
          <p:cNvCxnSpPr>
            <a:cxnSpLocks/>
            <a:endCxn id="106" idx="1"/>
          </p:cNvCxnSpPr>
          <p:nvPr/>
        </p:nvCxnSpPr>
        <p:spPr>
          <a:xfrm flipV="1">
            <a:off x="2776921"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1DE3F56F-54BD-FD48-FA2B-3D3042B567BB}"/>
              </a:ext>
            </a:extLst>
          </p:cNvPr>
          <p:cNvCxnSpPr>
            <a:cxnSpLocks/>
            <a:stCxn id="106" idx="3"/>
            <a:endCxn id="107" idx="1"/>
          </p:cNvCxnSpPr>
          <p:nvPr/>
        </p:nvCxnSpPr>
        <p:spPr>
          <a:xfrm>
            <a:off x="4425719"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2087E769-7669-BBE4-F556-ACD2E97CCA57}"/>
              </a:ext>
            </a:extLst>
          </p:cNvPr>
          <p:cNvCxnSpPr>
            <a:cxnSpLocks/>
          </p:cNvCxnSpPr>
          <p:nvPr/>
        </p:nvCxnSpPr>
        <p:spPr>
          <a:xfrm flipV="1">
            <a:off x="6020348" y="2066544"/>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7DB83F-3575-2BAC-5DE6-39DB665C0037}"/>
              </a:ext>
            </a:extLst>
          </p:cNvPr>
          <p:cNvCxnSpPr>
            <a:cxnSpLocks/>
          </p:cNvCxnSpPr>
          <p:nvPr/>
        </p:nvCxnSpPr>
        <p:spPr>
          <a:xfrm>
            <a:off x="4764516" y="2071552"/>
            <a:ext cx="5009"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7" name="Right Brace 86">
            <a:extLst>
              <a:ext uri="{FF2B5EF4-FFF2-40B4-BE49-F238E27FC236}">
                <a16:creationId xmlns:a16="http://schemas.microsoft.com/office/drawing/2014/main" id="{8C112194-03FE-3DC1-3E1C-5806FCC07BE8}"/>
              </a:ext>
            </a:extLst>
          </p:cNvPr>
          <p:cNvSpPr/>
          <p:nvPr/>
        </p:nvSpPr>
        <p:spPr>
          <a:xfrm>
            <a:off x="1381727" y="1245140"/>
            <a:ext cx="529177" cy="1906072"/>
          </a:xfrm>
          <a:prstGeom prst="rightBrace">
            <a:avLst>
              <a:gd name="adj1" fmla="val 0"/>
              <a:gd name="adj2" fmla="val 4470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88" name="Graphic 87">
            <a:extLst>
              <a:ext uri="{FF2B5EF4-FFF2-40B4-BE49-F238E27FC236}">
                <a16:creationId xmlns:a16="http://schemas.microsoft.com/office/drawing/2014/main" id="{ACCCA5A1-AB23-0834-F936-49BF56A5705A}"/>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4617927" y="3508248"/>
            <a:ext cx="306905" cy="391304"/>
          </a:xfrm>
          <a:prstGeom prst="rect">
            <a:avLst/>
          </a:prstGeom>
        </p:spPr>
      </p:pic>
      <p:sp>
        <p:nvSpPr>
          <p:cNvPr id="92" name="TextBox 91">
            <a:extLst>
              <a:ext uri="{FF2B5EF4-FFF2-40B4-BE49-F238E27FC236}">
                <a16:creationId xmlns:a16="http://schemas.microsoft.com/office/drawing/2014/main" id="{B6A3333B-020D-8376-6E00-541781E846D4}"/>
              </a:ext>
            </a:extLst>
          </p:cNvPr>
          <p:cNvSpPr txBox="1"/>
          <p:nvPr/>
        </p:nvSpPr>
        <p:spPr>
          <a:xfrm>
            <a:off x="4406888"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97" name="Picture 96">
            <a:extLst>
              <a:ext uri="{FF2B5EF4-FFF2-40B4-BE49-F238E27FC236}">
                <a16:creationId xmlns:a16="http://schemas.microsoft.com/office/drawing/2014/main" id="{D7741C1F-CEDE-33D4-89BE-3B56FDA87A60}"/>
              </a:ext>
            </a:extLst>
          </p:cNvPr>
          <p:cNvPicPr>
            <a:picLocks noChangeAspect="1"/>
          </p:cNvPicPr>
          <p:nvPr/>
        </p:nvPicPr>
        <p:blipFill>
          <a:blip r:embed="rId7"/>
          <a:stretch>
            <a:fillRect/>
          </a:stretch>
        </p:blipFill>
        <p:spPr>
          <a:xfrm>
            <a:off x="1041909" y="2096088"/>
            <a:ext cx="354609" cy="323203"/>
          </a:xfrm>
          <a:prstGeom prst="rect">
            <a:avLst/>
          </a:prstGeom>
        </p:spPr>
      </p:pic>
      <p:pic>
        <p:nvPicPr>
          <p:cNvPr id="98" name="Picture 97">
            <a:extLst>
              <a:ext uri="{FF2B5EF4-FFF2-40B4-BE49-F238E27FC236}">
                <a16:creationId xmlns:a16="http://schemas.microsoft.com/office/drawing/2014/main" id="{E03D6B50-AE1D-2616-FC8D-F5BC9D5F760A}"/>
              </a:ext>
            </a:extLst>
          </p:cNvPr>
          <p:cNvPicPr>
            <a:picLocks noChangeAspect="1"/>
          </p:cNvPicPr>
          <p:nvPr/>
        </p:nvPicPr>
        <p:blipFill>
          <a:blip r:embed="rId8"/>
          <a:stretch>
            <a:fillRect/>
          </a:stretch>
        </p:blipFill>
        <p:spPr>
          <a:xfrm>
            <a:off x="1016226" y="2757572"/>
            <a:ext cx="405975" cy="194161"/>
          </a:xfrm>
          <a:prstGeom prst="rect">
            <a:avLst/>
          </a:prstGeom>
        </p:spPr>
      </p:pic>
      <p:sp>
        <p:nvSpPr>
          <p:cNvPr id="99" name="TextBox 98">
            <a:extLst>
              <a:ext uri="{FF2B5EF4-FFF2-40B4-BE49-F238E27FC236}">
                <a16:creationId xmlns:a16="http://schemas.microsoft.com/office/drawing/2014/main" id="{698AAE85-B5EB-4225-416F-47AAE18FB631}"/>
              </a:ext>
            </a:extLst>
          </p:cNvPr>
          <p:cNvSpPr txBox="1"/>
          <p:nvPr/>
        </p:nvSpPr>
        <p:spPr>
          <a:xfrm>
            <a:off x="854556" y="180589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100" name="TextBox 99">
            <a:extLst>
              <a:ext uri="{FF2B5EF4-FFF2-40B4-BE49-F238E27FC236}">
                <a16:creationId xmlns:a16="http://schemas.microsoft.com/office/drawing/2014/main" id="{6C6CC81C-699D-31E2-55E4-5F4BBA7A6370}"/>
              </a:ext>
            </a:extLst>
          </p:cNvPr>
          <p:cNvSpPr txBox="1"/>
          <p:nvPr/>
        </p:nvSpPr>
        <p:spPr>
          <a:xfrm>
            <a:off x="854556" y="246394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101" name="TextBox 100">
            <a:extLst>
              <a:ext uri="{FF2B5EF4-FFF2-40B4-BE49-F238E27FC236}">
                <a16:creationId xmlns:a16="http://schemas.microsoft.com/office/drawing/2014/main" id="{EC8BDCB0-0293-074E-1D13-C97CA15D03D3}"/>
              </a:ext>
            </a:extLst>
          </p:cNvPr>
          <p:cNvSpPr txBox="1"/>
          <p:nvPr/>
        </p:nvSpPr>
        <p:spPr>
          <a:xfrm>
            <a:off x="854556" y="30034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4EA3C087-30A4-D008-88C0-B78D0F138CDC}"/>
              </a:ext>
            </a:extLst>
          </p:cNvPr>
          <p:cNvSpPr/>
          <p:nvPr/>
        </p:nvSpPr>
        <p:spPr>
          <a:xfrm>
            <a:off x="1912511"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4712F299-AE26-F47B-7800-D773E27AD664}"/>
              </a:ext>
            </a:extLst>
          </p:cNvPr>
          <p:cNvSpPr/>
          <p:nvPr/>
        </p:nvSpPr>
        <p:spPr>
          <a:xfrm>
            <a:off x="3453719"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6345F138-573E-70C0-BB8C-3618D2C77528}"/>
              </a:ext>
            </a:extLst>
          </p:cNvPr>
          <p:cNvSpPr/>
          <p:nvPr/>
        </p:nvSpPr>
        <p:spPr>
          <a:xfrm>
            <a:off x="5117028"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9119A571-F198-F4EA-7CCD-AEC51E5B68FA}"/>
              </a:ext>
            </a:extLst>
          </p:cNvPr>
          <p:cNvSpPr/>
          <p:nvPr/>
        </p:nvSpPr>
        <p:spPr>
          <a:xfrm>
            <a:off x="6711657"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7DDEB015-083A-16EA-8CBE-86D0E054020B}"/>
              </a:ext>
            </a:extLst>
          </p:cNvPr>
          <p:cNvSpPr/>
          <p:nvPr/>
        </p:nvSpPr>
        <p:spPr>
          <a:xfrm>
            <a:off x="4234627"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a:t>
            </a:r>
            <a:r>
              <a:rPr lang="en-GB" sz="1200">
                <a:solidFill>
                  <a:srgbClr val="FFFFFF"/>
                </a:solidFill>
                <a:latin typeface="Aeonik" panose="020B0503030300000000" pitchFamily="34" charset="0"/>
                <a:cs typeface="Calibri" panose="020F0502020204030204" pitchFamily="34" charset="0"/>
              </a:rPr>
              <a:t>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615281C5-21E3-6DFC-33B7-A3E2EF2078BE}"/>
              </a:ext>
            </a:extLst>
          </p:cNvPr>
          <p:cNvCxnSpPr>
            <a:cxnSpLocks/>
            <a:stCxn id="109" idx="2"/>
            <a:endCxn id="88" idx="0"/>
          </p:cNvCxnSpPr>
          <p:nvPr/>
        </p:nvCxnSpPr>
        <p:spPr>
          <a:xfrm>
            <a:off x="4769297"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1441D6E7-DDD2-D43D-FE70-ADEEE3878CAA}"/>
              </a:ext>
            </a:extLst>
          </p:cNvPr>
          <p:cNvCxnSpPr>
            <a:cxnSpLocks/>
          </p:cNvCxnSpPr>
          <p:nvPr/>
        </p:nvCxnSpPr>
        <p:spPr>
          <a:xfrm>
            <a:off x="6334807" y="2075308"/>
            <a:ext cx="4736" cy="61264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D3C11432-2645-AE42-E6D6-2674D3ADE1E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6188173" y="3528714"/>
            <a:ext cx="306905" cy="391304"/>
          </a:xfrm>
          <a:prstGeom prst="rect">
            <a:avLst/>
          </a:prstGeom>
        </p:spPr>
      </p:pic>
      <p:sp>
        <p:nvSpPr>
          <p:cNvPr id="8" name="TextBox 7">
            <a:extLst>
              <a:ext uri="{FF2B5EF4-FFF2-40B4-BE49-F238E27FC236}">
                <a16:creationId xmlns:a16="http://schemas.microsoft.com/office/drawing/2014/main" id="{0AA8E4A6-27EB-65D6-7132-F6DE0A4AE322}"/>
              </a:ext>
            </a:extLst>
          </p:cNvPr>
          <p:cNvSpPr txBox="1"/>
          <p:nvPr/>
        </p:nvSpPr>
        <p:spPr>
          <a:xfrm>
            <a:off x="5977134"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9" name="Process 108">
            <a:extLst>
              <a:ext uri="{FF2B5EF4-FFF2-40B4-BE49-F238E27FC236}">
                <a16:creationId xmlns:a16="http://schemas.microsoft.com/office/drawing/2014/main" id="{8821022E-3437-D4F9-0D41-745FD2AB1CB0}"/>
              </a:ext>
            </a:extLst>
          </p:cNvPr>
          <p:cNvSpPr/>
          <p:nvPr/>
        </p:nvSpPr>
        <p:spPr>
          <a:xfrm>
            <a:off x="580487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BDDEA0B-9AA2-C2D2-CE14-323485BAC056}"/>
              </a:ext>
            </a:extLst>
          </p:cNvPr>
          <p:cNvCxnSpPr>
            <a:cxnSpLocks/>
            <a:stCxn id="9" idx="2"/>
            <a:endCxn id="7" idx="0"/>
          </p:cNvCxnSpPr>
          <p:nvPr/>
        </p:nvCxnSpPr>
        <p:spPr>
          <a:xfrm>
            <a:off x="6339543"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9D9A77E-741A-BFD5-8A20-529803D4B2AA}"/>
              </a:ext>
            </a:extLst>
          </p:cNvPr>
          <p:cNvCxnSpPr>
            <a:cxnSpLocks/>
          </p:cNvCxnSpPr>
          <p:nvPr/>
        </p:nvCxnSpPr>
        <p:spPr>
          <a:xfrm>
            <a:off x="3124159"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D3239D94-75E6-4260-6D8C-3BF3A40D8154}"/>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977343" y="3508248"/>
            <a:ext cx="306905" cy="391304"/>
          </a:xfrm>
          <a:prstGeom prst="rect">
            <a:avLst/>
          </a:prstGeom>
        </p:spPr>
      </p:pic>
      <p:sp>
        <p:nvSpPr>
          <p:cNvPr id="17" name="TextBox 16">
            <a:extLst>
              <a:ext uri="{FF2B5EF4-FFF2-40B4-BE49-F238E27FC236}">
                <a16:creationId xmlns:a16="http://schemas.microsoft.com/office/drawing/2014/main" id="{75F421FD-EA19-4F1D-453A-A623578BB748}"/>
              </a:ext>
            </a:extLst>
          </p:cNvPr>
          <p:cNvSpPr txBox="1"/>
          <p:nvPr/>
        </p:nvSpPr>
        <p:spPr>
          <a:xfrm>
            <a:off x="2519907"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F1295B50-6278-1847-21EF-A66FF4A1ABB0}"/>
              </a:ext>
            </a:extLst>
          </p:cNvPr>
          <p:cNvSpPr/>
          <p:nvPr/>
        </p:nvSpPr>
        <p:spPr>
          <a:xfrm>
            <a:off x="2594043"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Interface</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1EA8D45-606D-4E30-FAE5-658D6321B069}"/>
              </a:ext>
            </a:extLst>
          </p:cNvPr>
          <p:cNvCxnSpPr>
            <a:cxnSpLocks/>
            <a:stCxn id="18" idx="2"/>
            <a:endCxn id="16" idx="0"/>
          </p:cNvCxnSpPr>
          <p:nvPr/>
        </p:nvCxnSpPr>
        <p:spPr>
          <a:xfrm>
            <a:off x="3128713" y="3093159"/>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9405082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1A98AAAD-88E6-0C10-AEB3-48717A7579D4}"/>
              </a:ext>
            </a:extLst>
          </p:cNvPr>
          <p:cNvSpPr/>
          <p:nvPr/>
        </p:nvSpPr>
        <p:spPr>
          <a:xfrm>
            <a:off x="4617396" y="1630412"/>
            <a:ext cx="3936459"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9" name="Rectangle 28">
            <a:extLst>
              <a:ext uri="{FF2B5EF4-FFF2-40B4-BE49-F238E27FC236}">
                <a16:creationId xmlns:a16="http://schemas.microsoft.com/office/drawing/2014/main" id="{478E63B5-EDB7-BBE1-E51B-557F60F5D78A}"/>
              </a:ext>
            </a:extLst>
          </p:cNvPr>
          <p:cNvSpPr/>
          <p:nvPr/>
        </p:nvSpPr>
        <p:spPr>
          <a:xfrm>
            <a:off x="9295413" y="1630412"/>
            <a:ext cx="1794126" cy="1665991"/>
          </a:xfrm>
          <a:prstGeom prst="rect">
            <a:avLst/>
          </a:prstGeom>
          <a:solidFill>
            <a:schemeClr val="bg1">
              <a:lumMod val="85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endParaRPr lang="en-GB" sz="1200" kern="0" dirty="0">
              <a:solidFill>
                <a:srgbClr val="000000"/>
              </a:solidFill>
              <a:latin typeface="Aeonik" panose="020B0503030300000000"/>
              <a:ea typeface="ＭＳ Ｐゴシック"/>
            </a:endParaRPr>
          </a:p>
        </p:txBody>
      </p:sp>
      <p:sp>
        <p:nvSpPr>
          <p:cNvPr id="25" name="Down Arrow 26">
            <a:extLst>
              <a:ext uri="{FF2B5EF4-FFF2-40B4-BE49-F238E27FC236}">
                <a16:creationId xmlns:a16="http://schemas.microsoft.com/office/drawing/2014/main" id="{BDAF474E-A91E-0992-8FA2-D3BBE9D16013}"/>
              </a:ext>
            </a:extLst>
          </p:cNvPr>
          <p:cNvSpPr/>
          <p:nvPr/>
        </p:nvSpPr>
        <p:spPr>
          <a:xfrm>
            <a:off x="7533901" y="2674345"/>
            <a:ext cx="281741" cy="1297972"/>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547437" y="195251"/>
            <a:ext cx="11233150" cy="512830"/>
          </a:xfrm>
        </p:spPr>
        <p:txBody>
          <a:bodyPr/>
          <a:lstStyle/>
          <a:p>
            <a:r>
              <a:rPr lang="en-US"/>
              <a:t>SDS-Framework: Record Real-world Data and Playback to AVH</a:t>
            </a:r>
          </a:p>
        </p:txBody>
      </p:sp>
      <p:sp>
        <p:nvSpPr>
          <p:cNvPr id="5" name="Down Arrow 26">
            <a:extLst>
              <a:ext uri="{FF2B5EF4-FFF2-40B4-BE49-F238E27FC236}">
                <a16:creationId xmlns:a16="http://schemas.microsoft.com/office/drawing/2014/main" id="{7A38048A-BCBC-CF76-8D8B-2CB114EC692E}"/>
              </a:ext>
            </a:extLst>
          </p:cNvPr>
          <p:cNvSpPr/>
          <p:nvPr/>
        </p:nvSpPr>
        <p:spPr>
          <a:xfrm rot="10800000">
            <a:off x="10051624" y="3189689"/>
            <a:ext cx="281741" cy="769558"/>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5356306" y="3203345"/>
            <a:ext cx="281741" cy="75590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10" name="Rectangle 9">
            <a:extLst>
              <a:ext uri="{FF2B5EF4-FFF2-40B4-BE49-F238E27FC236}">
                <a16:creationId xmlns:a16="http://schemas.microsoft.com/office/drawing/2014/main" id="{C50920E3-5DD6-01F3-B1A5-92118B18437D}"/>
              </a:ext>
            </a:extLst>
          </p:cNvPr>
          <p:cNvSpPr/>
          <p:nvPr/>
        </p:nvSpPr>
        <p:spPr>
          <a:xfrm>
            <a:off x="9395248" y="3416090"/>
            <a:ext cx="158191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4708576" y="2896732"/>
            <a:ext cx="158404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Input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4708576" y="3432688"/>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Sensor Input</a:t>
            </a:r>
          </a:p>
        </p:txBody>
      </p:sp>
      <p:sp>
        <p:nvSpPr>
          <p:cNvPr id="21" name="Rectangle 20">
            <a:extLst>
              <a:ext uri="{FF2B5EF4-FFF2-40B4-BE49-F238E27FC236}">
                <a16:creationId xmlns:a16="http://schemas.microsoft.com/office/drawing/2014/main" id="{F1205476-69EF-4F42-D82A-5722C3446FD6}"/>
              </a:ext>
            </a:extLst>
          </p:cNvPr>
          <p:cNvSpPr/>
          <p:nvPr/>
        </p:nvSpPr>
        <p:spPr>
          <a:xfrm>
            <a:off x="6887828" y="2499283"/>
            <a:ext cx="1584042" cy="304761"/>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
        <p:nvSpPr>
          <p:cNvPr id="24" name="Rectangle 23">
            <a:extLst>
              <a:ext uri="{FF2B5EF4-FFF2-40B4-BE49-F238E27FC236}">
                <a16:creationId xmlns:a16="http://schemas.microsoft.com/office/drawing/2014/main" id="{6A2C54A5-7D46-A555-7CC2-D7EEFD4A943A}"/>
              </a:ext>
            </a:extLst>
          </p:cNvPr>
          <p:cNvSpPr/>
          <p:nvPr/>
        </p:nvSpPr>
        <p:spPr>
          <a:xfrm>
            <a:off x="6894314" y="3417024"/>
            <a:ext cx="1581912"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SDSIO-Server</a:t>
            </a:r>
            <a:endParaRPr lang="en-US" sz="1200" dirty="0">
              <a:solidFill>
                <a:srgbClr val="FFFFFF"/>
              </a:solidFill>
              <a:latin typeface="Aeonik" panose="020B0503030300000000" pitchFamily="34" charset="0"/>
              <a:cs typeface="Calibri" panose="020F0502020204030204" pitchFamily="34" charset="0"/>
            </a:endParaRPr>
          </a:p>
        </p:txBody>
      </p:sp>
      <p:sp>
        <p:nvSpPr>
          <p:cNvPr id="26" name="Rectangle 25">
            <a:extLst>
              <a:ext uri="{FF2B5EF4-FFF2-40B4-BE49-F238E27FC236}">
                <a16:creationId xmlns:a16="http://schemas.microsoft.com/office/drawing/2014/main" id="{4DCFE2CE-10B5-CA3E-A0C4-FC7BD9BBD70A}"/>
              </a:ext>
            </a:extLst>
          </p:cNvPr>
          <p:cNvSpPr/>
          <p:nvPr/>
        </p:nvSpPr>
        <p:spPr>
          <a:xfrm>
            <a:off x="4708576" y="1720450"/>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5349332" y="2304511"/>
            <a:ext cx="281741" cy="584861"/>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28" name="Down Arrow 26">
            <a:extLst>
              <a:ext uri="{FF2B5EF4-FFF2-40B4-BE49-F238E27FC236}">
                <a16:creationId xmlns:a16="http://schemas.microsoft.com/office/drawing/2014/main" id="{61EC28D3-E07B-8E29-3C4F-11286816B5FC}"/>
              </a:ext>
            </a:extLst>
          </p:cNvPr>
          <p:cNvSpPr/>
          <p:nvPr/>
        </p:nvSpPr>
        <p:spPr>
          <a:xfrm rot="16200000">
            <a:off x="6070404" y="1987642"/>
            <a:ext cx="304762" cy="1330091"/>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2" name="Rectangle 31">
            <a:extLst>
              <a:ext uri="{FF2B5EF4-FFF2-40B4-BE49-F238E27FC236}">
                <a16:creationId xmlns:a16="http://schemas.microsoft.com/office/drawing/2014/main" id="{D066F2CC-C0B1-B539-B5AE-42977C445BE7}"/>
              </a:ext>
            </a:extLst>
          </p:cNvPr>
          <p:cNvSpPr/>
          <p:nvPr/>
        </p:nvSpPr>
        <p:spPr>
          <a:xfrm>
            <a:off x="9395250" y="1692512"/>
            <a:ext cx="1584042" cy="584860"/>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rgbClr val="FFFFFF"/>
                </a:solidFill>
                <a:latin typeface="Aeonik" panose="020B0503030300000000" pitchFamily="34" charset="0"/>
                <a:cs typeface="Calibri" panose="020F0502020204030204" pitchFamily="34" charset="0"/>
              </a:rPr>
              <a:t>Algorithm under Development</a:t>
            </a:r>
          </a:p>
        </p:txBody>
      </p:sp>
      <p:sp>
        <p:nvSpPr>
          <p:cNvPr id="33" name="Down Arrow 26">
            <a:extLst>
              <a:ext uri="{FF2B5EF4-FFF2-40B4-BE49-F238E27FC236}">
                <a16:creationId xmlns:a16="http://schemas.microsoft.com/office/drawing/2014/main" id="{2F7F728C-0C7E-2B34-DACD-C5CC104C1C4D}"/>
              </a:ext>
            </a:extLst>
          </p:cNvPr>
          <p:cNvSpPr/>
          <p:nvPr/>
        </p:nvSpPr>
        <p:spPr>
          <a:xfrm rot="10800000">
            <a:off x="10042490" y="2283855"/>
            <a:ext cx="281741" cy="605520"/>
          </a:xfrm>
          <a:prstGeom prst="downArrow">
            <a:avLst>
              <a:gd name="adj1" fmla="val 50000"/>
              <a:gd name="adj2" fmla="val 212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115789" y="4707338"/>
            <a:ext cx="4663682"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Record physical sensor (real-world) data using MCU hardware</a:t>
            </a:r>
            <a:endParaRPr lang="en-US" sz="1100" i="1" kern="1200" dirty="0">
              <a:solidFill>
                <a:schemeClr val="tx2"/>
              </a:solidFill>
              <a:latin typeface="Aeonik" panose="020B0503030300000000"/>
            </a:endParaRPr>
          </a:p>
        </p:txBody>
      </p:sp>
      <p:sp>
        <p:nvSpPr>
          <p:cNvPr id="35" name="TextBox 34">
            <a:extLst>
              <a:ext uri="{FF2B5EF4-FFF2-40B4-BE49-F238E27FC236}">
                <a16:creationId xmlns:a16="http://schemas.microsoft.com/office/drawing/2014/main" id="{637213C7-2C43-7E42-A48B-EE542420B65F}"/>
              </a:ext>
            </a:extLst>
          </p:cNvPr>
          <p:cNvSpPr txBox="1"/>
          <p:nvPr/>
        </p:nvSpPr>
        <p:spPr>
          <a:xfrm>
            <a:off x="8975217" y="4707338"/>
            <a:ext cx="266934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i="1" dirty="0">
                <a:solidFill>
                  <a:schemeClr val="tx2"/>
                </a:solidFill>
                <a:latin typeface="Aeonik" panose="020B0503030300000000"/>
              </a:rPr>
              <a:t>Playback real-world data in CI</a:t>
            </a:r>
          </a:p>
        </p:txBody>
      </p:sp>
      <p:sp>
        <p:nvSpPr>
          <p:cNvPr id="36" name="TextBox 35">
            <a:extLst>
              <a:ext uri="{FF2B5EF4-FFF2-40B4-BE49-F238E27FC236}">
                <a16:creationId xmlns:a16="http://schemas.microsoft.com/office/drawing/2014/main" id="{2940D43A-A217-71DB-EDEA-2A009FE204A5}"/>
              </a:ext>
            </a:extLst>
          </p:cNvPr>
          <p:cNvSpPr txBox="1"/>
          <p:nvPr/>
        </p:nvSpPr>
        <p:spPr>
          <a:xfrm>
            <a:off x="547437" y="1146489"/>
            <a:ext cx="3052411" cy="5355312"/>
          </a:xfrm>
          <a:prstGeom prst="rect">
            <a:avLst/>
          </a:prstGeom>
          <a:noFill/>
        </p:spPr>
        <p:txBody>
          <a:bodyPr wrap="square" lIns="0" tIns="0" rIns="0" bIns="0" rtlCol="0" anchor="t">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SDS Data Files have multiple use cases:</a:t>
            </a: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Input for ML Algorithm development</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dirty="0">
              <a:solidFill>
                <a:schemeClr val="tx2"/>
              </a:solidFill>
              <a:latin typeface="+mn-lt"/>
              <a:ea typeface="+mn-ea"/>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dirty="0">
                <a:solidFill>
                  <a:schemeClr val="tx2"/>
                </a:solidFill>
                <a:latin typeface="+mn-lt"/>
                <a:ea typeface="+mn-ea"/>
              </a:rPr>
              <a:t>Input for Filter Designers (i.e. ASN)</a:t>
            </a: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endParaRPr lang="en-US" sz="1600" kern="1200" dirty="0">
              <a:solidFill>
                <a:schemeClr val="tx2"/>
              </a:solidFill>
              <a:latin typeface="+mn-lt"/>
              <a:ea typeface="+mn-ea"/>
              <a:cs typeface="+mn-cs"/>
            </a:endParaRPr>
          </a:p>
          <a:p>
            <a:pPr marL="174625" indent="-174625" algn="l" defTabSz="914400" rtl="0" eaLnBrk="1" latinLnBrk="0" hangingPunct="1">
              <a:lnSpc>
                <a:spcPct val="90000"/>
              </a:lnSpc>
              <a:spcBef>
                <a:spcPts val="0"/>
              </a:spcBef>
              <a:spcAft>
                <a:spcPts val="600"/>
              </a:spcAft>
              <a:buFont typeface="Arial" panose="020B0604020202020204" pitchFamily="34" charset="0"/>
              <a:buChar char="•"/>
            </a:pPr>
            <a:r>
              <a:rPr lang="en-US" sz="1600" kern="1200" dirty="0">
                <a:solidFill>
                  <a:schemeClr val="tx2"/>
                </a:solidFill>
                <a:latin typeface="+mn-lt"/>
                <a:ea typeface="+mn-ea"/>
                <a:cs typeface="+mn-cs"/>
              </a:rPr>
              <a:t>When capturing Algorith</a:t>
            </a:r>
            <a:r>
              <a:rPr lang="en-US" sz="1600" dirty="0">
                <a:solidFill>
                  <a:schemeClr val="tx2"/>
                </a:solidFill>
                <a:latin typeface="+mn-lt"/>
                <a:ea typeface="+mn-ea"/>
              </a:rPr>
              <a:t>m outputs, validation for regression</a:t>
            </a:r>
            <a:br>
              <a:rPr lang="en-US" sz="1600" dirty="0">
                <a:solidFill>
                  <a:schemeClr val="tx2"/>
                </a:solidFill>
                <a:latin typeface="+mn-lt"/>
                <a:ea typeface="+mn-ea"/>
              </a:rPr>
            </a:br>
            <a:endParaRPr lang="en-US" sz="1600" dirty="0">
              <a:solidFill>
                <a:schemeClr val="tx2"/>
              </a:solidFill>
              <a:latin typeface="+mn-lt"/>
              <a:ea typeface="+mn-ea"/>
            </a:endParaRPr>
          </a:p>
          <a:p>
            <a:pPr algn="l" defTabSz="914400" rtl="0" eaLnBrk="1" latinLnBrk="0" hangingPunct="1">
              <a:lnSpc>
                <a:spcPct val="90000"/>
              </a:lnSpc>
              <a:spcBef>
                <a:spcPts val="0"/>
              </a:spcBef>
              <a:spcAft>
                <a:spcPts val="600"/>
              </a:spcAft>
            </a:pPr>
            <a:r>
              <a:rPr lang="en-US" sz="1600" dirty="0">
                <a:solidFill>
                  <a:schemeClr val="tx2"/>
                </a:solidFill>
                <a:latin typeface="+mn-lt"/>
                <a:ea typeface="+mn-ea"/>
              </a:rPr>
              <a:t>SDS Interfaces can be based on</a:t>
            </a:r>
          </a:p>
          <a:p>
            <a:pPr algn="l" defTabSz="914400" rtl="0" eaLnBrk="1" latinLnBrk="0" hangingPunct="1">
              <a:lnSpc>
                <a:spcPct val="90000"/>
              </a:lnSpc>
              <a:spcBef>
                <a:spcPts val="0"/>
              </a:spcBef>
              <a:spcAft>
                <a:spcPts val="600"/>
              </a:spcAft>
            </a:pPr>
            <a:r>
              <a:rPr lang="en-US" sz="1600" kern="1200" dirty="0">
                <a:solidFill>
                  <a:schemeClr val="tx2"/>
                </a:solidFill>
                <a:latin typeface="+mn-lt"/>
                <a:ea typeface="+mn-ea"/>
                <a:hlinkClick r:id="rId2">
                  <a:extLst>
                    <a:ext uri="{A12FA001-AC4F-418D-AE19-62706E023703}">
                      <ahyp:hlinkClr xmlns:ahyp="http://schemas.microsoft.com/office/drawing/2018/hyperlinkcolor" val="tx"/>
                    </a:ext>
                  </a:extLst>
                </a:hlinkClick>
              </a:rPr>
              <a:t>https://github.com/ARM-software/CMSIS-DSP/tree/main/ComputeGraph</a:t>
            </a:r>
            <a:endParaRPr lang="en-US" sz="1600" kern="1200" dirty="0">
              <a:solidFill>
                <a:schemeClr val="tx2"/>
              </a:solidFill>
              <a:latin typeface="+mn-lt"/>
              <a:ea typeface="+mn-ea"/>
            </a:endParaRPr>
          </a:p>
          <a:p>
            <a:pPr algn="l" defTabSz="914400" rtl="0" eaLnBrk="1" latinLnBrk="0" hangingPunct="1">
              <a:lnSpc>
                <a:spcPct val="90000"/>
              </a:lnSpc>
              <a:spcBef>
                <a:spcPts val="0"/>
              </a:spcBef>
              <a:spcAft>
                <a:spcPts val="600"/>
              </a:spcAft>
            </a:pPr>
            <a:endParaRPr lang="en-US" sz="1600" dirty="0">
              <a:solidFill>
                <a:schemeClr val="tx2"/>
              </a:solidFill>
              <a:latin typeface="+mn-lt"/>
              <a:ea typeface="+mn-ea"/>
              <a:cs typeface="Calibri"/>
              <a:hlinkClick r:id="rId2"/>
            </a:endParaRPr>
          </a:p>
          <a:p>
            <a:pPr eaLnBrk="1" hangingPunct="1">
              <a:lnSpc>
                <a:spcPct val="90000"/>
              </a:lnSpc>
              <a:spcBef>
                <a:spcPts val="0"/>
              </a:spcBef>
              <a:spcAft>
                <a:spcPts val="600"/>
              </a:spcAft>
            </a:pPr>
            <a:r>
              <a:rPr lang="en-US" sz="1600" dirty="0">
                <a:solidFill>
                  <a:schemeClr val="tx2"/>
                </a:solidFill>
                <a:latin typeface="+mn-lt"/>
                <a:ea typeface="+mn-ea"/>
              </a:rPr>
              <a:t>Currently under development</a:t>
            </a:r>
          </a:p>
          <a:p>
            <a:pPr>
              <a:lnSpc>
                <a:spcPct val="90000"/>
              </a:lnSpc>
              <a:spcAft>
                <a:spcPts val="600"/>
              </a:spcAft>
            </a:pPr>
            <a:r>
              <a:rPr lang="en-US" sz="1600">
                <a:solidFill>
                  <a:schemeClr val="tx2"/>
                </a:solidFill>
                <a:cs typeface="Calibri"/>
                <a:hlinkClick r:id="rId3"/>
              </a:rPr>
              <a:t>https://github.com/ARM-software/SDS-Framework</a:t>
            </a:r>
            <a:endParaRPr lang="en-US" sz="1600" kern="1200">
              <a:solidFill>
                <a:schemeClr val="tx2"/>
              </a:solidFill>
              <a:latin typeface="+mn-lt"/>
              <a:ea typeface="+mn-ea"/>
              <a:cs typeface="Calibri"/>
              <a:hlinkClick r:id="rId2"/>
            </a:endParaRPr>
          </a:p>
          <a:p>
            <a:pPr algn="l" defTabSz="914400" rtl="0" eaLnBrk="1" latinLnBrk="0" hangingPunct="1">
              <a:lnSpc>
                <a:spcPct val="90000"/>
              </a:lnSpc>
              <a:spcBef>
                <a:spcPts val="0"/>
              </a:spcBef>
              <a:spcAft>
                <a:spcPts val="600"/>
              </a:spcAft>
            </a:pPr>
            <a:endParaRPr lang="en-US" sz="1600" kern="1200" dirty="0">
              <a:solidFill>
                <a:schemeClr val="tx2"/>
              </a:solidFill>
              <a:latin typeface="+mn-lt"/>
              <a:ea typeface="+mn-ea"/>
              <a:cs typeface="+mn-cs"/>
            </a:endParaRP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a:xfrm>
            <a:off x="547437" y="648479"/>
            <a:ext cx="11233150" cy="344488"/>
          </a:xfrm>
        </p:spPr>
        <p:txBody>
          <a:bodyPr/>
          <a:lstStyle/>
          <a:p>
            <a:r>
              <a:rPr lang="en-US" sz="2000"/>
              <a:t>Simplify Development of Embedded Applications that utilize DSP or ML algorithms with Sensor/Audio Input</a:t>
            </a:r>
          </a:p>
        </p:txBody>
      </p:sp>
      <p:pic>
        <p:nvPicPr>
          <p:cNvPr id="3" name="Picture 2">
            <a:extLst>
              <a:ext uri="{FF2B5EF4-FFF2-40B4-BE49-F238E27FC236}">
                <a16:creationId xmlns:a16="http://schemas.microsoft.com/office/drawing/2014/main" id="{31FDDC19-4D58-1FA1-8AFA-10FE259C9BB0}"/>
              </a:ext>
            </a:extLst>
          </p:cNvPr>
          <p:cNvPicPr>
            <a:picLocks noChangeAspect="1"/>
          </p:cNvPicPr>
          <p:nvPr/>
        </p:nvPicPr>
        <p:blipFill>
          <a:blip r:embed="rId4"/>
          <a:stretch>
            <a:fillRect/>
          </a:stretch>
        </p:blipFill>
        <p:spPr>
          <a:xfrm>
            <a:off x="5311688" y="4003538"/>
            <a:ext cx="371504" cy="471311"/>
          </a:xfrm>
          <a:prstGeom prst="rect">
            <a:avLst/>
          </a:prstGeom>
        </p:spPr>
      </p:pic>
      <p:sp>
        <p:nvSpPr>
          <p:cNvPr id="4" name="TextBox 3">
            <a:extLst>
              <a:ext uri="{FF2B5EF4-FFF2-40B4-BE49-F238E27FC236}">
                <a16:creationId xmlns:a16="http://schemas.microsoft.com/office/drawing/2014/main" id="{2F9348C2-B53D-F0E4-0D57-D6FDAE5D44DB}"/>
              </a:ext>
            </a:extLst>
          </p:cNvPr>
          <p:cNvSpPr txBox="1"/>
          <p:nvPr/>
        </p:nvSpPr>
        <p:spPr>
          <a:xfrm>
            <a:off x="4968709" y="4495203"/>
            <a:ext cx="1110864"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Physical Sensor</a:t>
            </a:r>
          </a:p>
        </p:txBody>
      </p:sp>
      <p:pic>
        <p:nvPicPr>
          <p:cNvPr id="8" name="Graphic 7">
            <a:extLst>
              <a:ext uri="{FF2B5EF4-FFF2-40B4-BE49-F238E27FC236}">
                <a16:creationId xmlns:a16="http://schemas.microsoft.com/office/drawing/2014/main" id="{9A1A2EC0-AA5D-C72A-21B1-0A6A5810CFEB}"/>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516179" y="4037296"/>
            <a:ext cx="306905" cy="391304"/>
          </a:xfrm>
          <a:prstGeom prst="rect">
            <a:avLst/>
          </a:prstGeom>
        </p:spPr>
      </p:pic>
      <p:sp>
        <p:nvSpPr>
          <p:cNvPr id="9" name="TextBox 8">
            <a:extLst>
              <a:ext uri="{FF2B5EF4-FFF2-40B4-BE49-F238E27FC236}">
                <a16:creationId xmlns:a16="http://schemas.microsoft.com/office/drawing/2014/main" id="{70687AA2-3010-BDC4-2FC6-A371E410E427}"/>
              </a:ext>
            </a:extLst>
          </p:cNvPr>
          <p:cNvSpPr txBox="1"/>
          <p:nvPr/>
        </p:nvSpPr>
        <p:spPr>
          <a:xfrm>
            <a:off x="7033676"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pic>
        <p:nvPicPr>
          <p:cNvPr id="11" name="Graphic 10">
            <a:extLst>
              <a:ext uri="{FF2B5EF4-FFF2-40B4-BE49-F238E27FC236}">
                <a16:creationId xmlns:a16="http://schemas.microsoft.com/office/drawing/2014/main" id="{1F999AC7-EC21-904F-EA9A-1EB89AE8BFB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057318" y="4048901"/>
            <a:ext cx="306905" cy="391304"/>
          </a:xfrm>
          <a:prstGeom prst="rect">
            <a:avLst/>
          </a:prstGeom>
        </p:spPr>
      </p:pic>
      <p:sp>
        <p:nvSpPr>
          <p:cNvPr id="37" name="TextBox 36">
            <a:extLst>
              <a:ext uri="{FF2B5EF4-FFF2-40B4-BE49-F238E27FC236}">
                <a16:creationId xmlns:a16="http://schemas.microsoft.com/office/drawing/2014/main" id="{D01455D9-4168-FFEB-FEF6-160A6CFC43DC}"/>
              </a:ext>
            </a:extLst>
          </p:cNvPr>
          <p:cNvSpPr txBox="1"/>
          <p:nvPr/>
        </p:nvSpPr>
        <p:spPr>
          <a:xfrm>
            <a:off x="9586912" y="4495203"/>
            <a:ext cx="1266267"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38" name="Content Placeholder 2">
            <a:extLst>
              <a:ext uri="{FF2B5EF4-FFF2-40B4-BE49-F238E27FC236}">
                <a16:creationId xmlns:a16="http://schemas.microsoft.com/office/drawing/2014/main" id="{E0054CAA-E377-485A-1F88-42ECA9131783}"/>
              </a:ext>
            </a:extLst>
          </p:cNvPr>
          <p:cNvSpPr txBox="1">
            <a:spLocks/>
          </p:cNvSpPr>
          <p:nvPr/>
        </p:nvSpPr>
        <p:spPr>
          <a:xfrm>
            <a:off x="4539366" y="1420132"/>
            <a:ext cx="405278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MICROCONTROLLER HARDWARE</a:t>
            </a:r>
          </a:p>
        </p:txBody>
      </p:sp>
      <p:sp>
        <p:nvSpPr>
          <p:cNvPr id="39" name="Content Placeholder 2">
            <a:extLst>
              <a:ext uri="{FF2B5EF4-FFF2-40B4-BE49-F238E27FC236}">
                <a16:creationId xmlns:a16="http://schemas.microsoft.com/office/drawing/2014/main" id="{6070E878-6F99-986E-EE7F-0D36F759E1CD}"/>
              </a:ext>
            </a:extLst>
          </p:cNvPr>
          <p:cNvSpPr txBox="1">
            <a:spLocks/>
          </p:cNvSpPr>
          <p:nvPr/>
        </p:nvSpPr>
        <p:spPr>
          <a:xfrm>
            <a:off x="9295413" y="1415711"/>
            <a:ext cx="179412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6"/>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7"/>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SIMULATION</a:t>
            </a:r>
          </a:p>
        </p:txBody>
      </p:sp>
      <p:sp>
        <p:nvSpPr>
          <p:cNvPr id="40" name="Down Arrow 26">
            <a:extLst>
              <a:ext uri="{FF2B5EF4-FFF2-40B4-BE49-F238E27FC236}">
                <a16:creationId xmlns:a16="http://schemas.microsoft.com/office/drawing/2014/main" id="{0ADA9854-9042-A5CF-C5F6-F3DCF5BC762E}"/>
              </a:ext>
            </a:extLst>
          </p:cNvPr>
          <p:cNvSpPr/>
          <p:nvPr/>
        </p:nvSpPr>
        <p:spPr>
          <a:xfrm rot="16200000">
            <a:off x="8828181" y="3488523"/>
            <a:ext cx="290294" cy="1430460"/>
          </a:xfrm>
          <a:prstGeom prst="downArrow">
            <a:avLst>
              <a:gd name="adj1" fmla="val 50000"/>
              <a:gd name="adj2" fmla="val 333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lt1"/>
              </a:solidFill>
            </a:endParaRPr>
          </a:p>
        </p:txBody>
      </p:sp>
      <p:pic>
        <p:nvPicPr>
          <p:cNvPr id="16" name="Picture 8">
            <a:extLst>
              <a:ext uri="{FF2B5EF4-FFF2-40B4-BE49-F238E27FC236}">
                <a16:creationId xmlns:a16="http://schemas.microsoft.com/office/drawing/2014/main" id="{CBA7BC1A-B6B5-154C-EC88-A218068B3747}"/>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7104610" y="2834057"/>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10">
            <a:extLst>
              <a:ext uri="{FF2B5EF4-FFF2-40B4-BE49-F238E27FC236}">
                <a16:creationId xmlns:a16="http://schemas.microsoft.com/office/drawing/2014/main" id="{016F7E4B-2378-E147-179C-6CC719F15B8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826639" y="2881827"/>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30" name="Rectangle 29">
            <a:extLst>
              <a:ext uri="{FF2B5EF4-FFF2-40B4-BE49-F238E27FC236}">
                <a16:creationId xmlns:a16="http://schemas.microsoft.com/office/drawing/2014/main" id="{ABBB65E9-25A1-AAAF-EB93-229D3282C8BC}"/>
              </a:ext>
            </a:extLst>
          </p:cNvPr>
          <p:cNvSpPr/>
          <p:nvPr/>
        </p:nvSpPr>
        <p:spPr>
          <a:xfrm>
            <a:off x="9395248" y="2881453"/>
            <a:ext cx="1584043" cy="301752"/>
          </a:xfrm>
          <a:prstGeom prst="rect">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rgbClr val="FFFFFF"/>
                </a:solidFill>
                <a:latin typeface="Aeonik" panose="020B0503030300000000" pitchFamily="34" charset="0"/>
                <a:cs typeface="Calibri" panose="020F0502020204030204" pitchFamily="34" charset="0"/>
              </a:rPr>
              <a:t>SDS Stream</a:t>
            </a:r>
            <a:endParaRPr lang="en-US" sz="1200" dirty="0">
              <a:solidFill>
                <a:srgbClr val="FFFFFF"/>
              </a:solidFill>
              <a:latin typeface="Aeonik" panose="020B0503030300000000" pitchFamily="34" charset="0"/>
              <a:cs typeface="Calibri" panose="020F0502020204030204" pitchFamily="34" charset="0"/>
            </a:endParaRPr>
          </a:p>
        </p:txBody>
      </p:sp>
    </p:spTree>
    <p:extLst>
      <p:ext uri="{BB962C8B-B14F-4D97-AF65-F5344CB8AC3E}">
        <p14:creationId xmlns:p14="http://schemas.microsoft.com/office/powerpoint/2010/main" val="35365295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sp>
        <p:nvSpPr>
          <p:cNvPr id="59" name="Rectangle 58">
            <a:extLst>
              <a:ext uri="{FF2B5EF4-FFF2-40B4-BE49-F238E27FC236}">
                <a16:creationId xmlns:a16="http://schemas.microsoft.com/office/drawing/2014/main" id="{1A423617-6E96-6304-ECA5-1DF0696D59BA}"/>
              </a:ext>
            </a:extLst>
          </p:cNvPr>
          <p:cNvSpPr/>
          <p:nvPr/>
        </p:nvSpPr>
        <p:spPr>
          <a:xfrm>
            <a:off x="7101186" y="1582588"/>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dirty="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dirty="0"/>
              <a:t>Development Flow for Edge AI Devices</a:t>
            </a:r>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1645794"/>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206450"/>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204681"/>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20645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9274228" y="4863641"/>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309943"/>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1987473"/>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199246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44855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206449"/>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844474" y="4884107"/>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33040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433154"/>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633644" y="4876611"/>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322913"/>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H="1" flipV="1">
            <a:off x="7785014" y="4647159"/>
            <a:ext cx="2083" cy="22945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289820"/>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9671570" y="384437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393599" y="389214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3653065"/>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264428"/>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093159"/>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258102"/>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09964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370857"/>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46" name="Content Placeholder 2">
            <a:extLst>
              <a:ext uri="{FF2B5EF4-FFF2-40B4-BE49-F238E27FC236}">
                <a16:creationId xmlns:a16="http://schemas.microsoft.com/office/drawing/2014/main" id="{E0CA8B45-7C41-742C-40A1-FB187CDBC346}"/>
              </a:ext>
            </a:extLst>
          </p:cNvPr>
          <p:cNvSpPr txBox="1">
            <a:spLocks/>
          </p:cNvSpPr>
          <p:nvPr/>
        </p:nvSpPr>
        <p:spPr>
          <a:xfrm>
            <a:off x="9520519" y="3938607"/>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53" name="Process 108">
            <a:extLst>
              <a:ext uri="{FF2B5EF4-FFF2-40B4-BE49-F238E27FC236}">
                <a16:creationId xmlns:a16="http://schemas.microsoft.com/office/drawing/2014/main" id="{14220803-880F-0B18-B97B-08FE7CFF834D}"/>
              </a:ext>
            </a:extLst>
          </p:cNvPr>
          <p:cNvSpPr/>
          <p:nvPr/>
        </p:nvSpPr>
        <p:spPr>
          <a:xfrm>
            <a:off x="10474996"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900">
                <a:solidFill>
                  <a:srgbClr val="FFFFFF"/>
                </a:solidFill>
                <a:latin typeface="Aeonik" panose="020B0503030300000000" pitchFamily="34" charset="0"/>
                <a:cs typeface="Calibri" panose="020F0502020204030204" pitchFamily="34" charset="0"/>
              </a:rPr>
              <a:t>in write mode</a:t>
            </a: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01258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1589073"/>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8"/>
          <a:stretch>
            <a:fillRect/>
          </a:stretch>
        </p:blipFill>
        <p:spPr>
          <a:xfrm>
            <a:off x="693775" y="1685527"/>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1643581"/>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210571"/>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21057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208802"/>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1638365"/>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9"/>
          <a:stretch>
            <a:fillRect/>
          </a:stretch>
        </p:blipFill>
        <p:spPr>
          <a:xfrm>
            <a:off x="703762" y="2593073"/>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0"/>
          <a:stretch>
            <a:fillRect/>
          </a:stretch>
        </p:blipFill>
        <p:spPr>
          <a:xfrm>
            <a:off x="678079" y="3325892"/>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19911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2960927"/>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357173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1991594"/>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199159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199659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01101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209695"/>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4264485" y="4866886"/>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313188"/>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451797"/>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209694"/>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834731" y="4887352"/>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33365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436399"/>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2623901" y="4879856"/>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326158"/>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4661827" y="38476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383856" y="38953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261347"/>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102889"/>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092443"/>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374102"/>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3" name="Content Placeholder 2">
            <a:extLst>
              <a:ext uri="{FF2B5EF4-FFF2-40B4-BE49-F238E27FC236}">
                <a16:creationId xmlns:a16="http://schemas.microsoft.com/office/drawing/2014/main" id="{FD166784-B42C-F2C0-5034-6403E484D679}"/>
              </a:ext>
            </a:extLst>
          </p:cNvPr>
          <p:cNvSpPr txBox="1">
            <a:spLocks/>
          </p:cNvSpPr>
          <p:nvPr/>
        </p:nvSpPr>
        <p:spPr>
          <a:xfrm>
            <a:off x="4510776" y="3941852"/>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04" name="Process 108">
            <a:extLst>
              <a:ext uri="{FF2B5EF4-FFF2-40B4-BE49-F238E27FC236}">
                <a16:creationId xmlns:a16="http://schemas.microsoft.com/office/drawing/2014/main" id="{CE382B01-29A0-8760-5DC8-5FACF41FCF1F}"/>
              </a:ext>
            </a:extLst>
          </p:cNvPr>
          <p:cNvSpPr/>
          <p:nvPr/>
        </p:nvSpPr>
        <p:spPr>
          <a:xfrm>
            <a:off x="5465253"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9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 </a:t>
            </a:r>
            <a:endParaRPr kumimoji="0" lang="en-GB" sz="9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3655616"/>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212940"/>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45504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106134"/>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267673"/>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system</a:t>
            </a:r>
          </a:p>
        </p:txBody>
      </p:sp>
      <p:sp>
        <p:nvSpPr>
          <p:cNvPr id="22" name="Content Placeholder 2">
            <a:extLst>
              <a:ext uri="{FF2B5EF4-FFF2-40B4-BE49-F238E27FC236}">
                <a16:creationId xmlns:a16="http://schemas.microsoft.com/office/drawing/2014/main" id="{E9AD610F-0D12-2D0B-9CD9-104FA32974E0}"/>
              </a:ext>
            </a:extLst>
          </p:cNvPr>
          <p:cNvSpPr txBox="1">
            <a:spLocks/>
          </p:cNvSpPr>
          <p:nvPr/>
        </p:nvSpPr>
        <p:spPr>
          <a:xfrm>
            <a:off x="5386954" y="394672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24" name="TextBox 23">
            <a:extLst>
              <a:ext uri="{FF2B5EF4-FFF2-40B4-BE49-F238E27FC236}">
                <a16:creationId xmlns:a16="http://schemas.microsoft.com/office/drawing/2014/main" id="{7CA2C2E7-615E-73DE-933F-A4E43F69B800}"/>
              </a:ext>
            </a:extLst>
          </p:cNvPr>
          <p:cNvSpPr txBox="1"/>
          <p:nvPr/>
        </p:nvSpPr>
        <p:spPr>
          <a:xfrm>
            <a:off x="6248396" y="395762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25" name="Content Placeholder 2">
            <a:extLst>
              <a:ext uri="{FF2B5EF4-FFF2-40B4-BE49-F238E27FC236}">
                <a16:creationId xmlns:a16="http://schemas.microsoft.com/office/drawing/2014/main" id="{80AD8289-5E65-77B6-6110-644C1C3BAB59}"/>
              </a:ext>
            </a:extLst>
          </p:cNvPr>
          <p:cNvSpPr txBox="1">
            <a:spLocks/>
          </p:cNvSpPr>
          <p:nvPr/>
        </p:nvSpPr>
        <p:spPr>
          <a:xfrm>
            <a:off x="10370753" y="3943481"/>
            <a:ext cx="1450255"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067" b="1" dirty="0">
                <a:solidFill>
                  <a:schemeClr val="tx1"/>
                </a:solidFill>
                <a:latin typeface="Aeonik Fono" panose="020B0504030300000000" pitchFamily="34" charset="0"/>
              </a:rPr>
              <a:t>or</a:t>
            </a:r>
            <a:endParaRPr kumimoji="0" lang="en-US" sz="1067"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38" name="TextBox 37">
            <a:extLst>
              <a:ext uri="{FF2B5EF4-FFF2-40B4-BE49-F238E27FC236}">
                <a16:creationId xmlns:a16="http://schemas.microsoft.com/office/drawing/2014/main" id="{00AB3E4D-A5E5-8C55-EE32-A4CA036E743B}"/>
              </a:ext>
            </a:extLst>
          </p:cNvPr>
          <p:cNvSpPr txBox="1"/>
          <p:nvPr/>
        </p:nvSpPr>
        <p:spPr>
          <a:xfrm>
            <a:off x="11232195" y="3954387"/>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80429861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83AB9-C6A4-77A9-1970-043838E2A7A0}"/>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8F944702-350C-9D54-64B1-E828B3E9A5AD}"/>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11058069" y="4163905"/>
            <a:ext cx="583661" cy="583661"/>
          </a:xfrm>
          <a:prstGeom prst="rect">
            <a:avLst/>
          </a:prstGeom>
        </p:spPr>
      </p:pic>
      <p:sp>
        <p:nvSpPr>
          <p:cNvPr id="59" name="Rectangle 58">
            <a:extLst>
              <a:ext uri="{FF2B5EF4-FFF2-40B4-BE49-F238E27FC236}">
                <a16:creationId xmlns:a16="http://schemas.microsoft.com/office/drawing/2014/main" id="{1A423617-6E96-6304-ECA5-1DF0696D59BA}"/>
              </a:ext>
            </a:extLst>
          </p:cNvPr>
          <p:cNvSpPr/>
          <p:nvPr/>
        </p:nvSpPr>
        <p:spPr>
          <a:xfrm>
            <a:off x="7101186" y="2014184"/>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FAF04DC1-9CB2-5446-F6D0-DE153F4614E2}"/>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6410A9A6-3ABB-7199-1C34-2B0C1B96F62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63" name="Content Placeholder 2">
            <a:extLst>
              <a:ext uri="{FF2B5EF4-FFF2-40B4-BE49-F238E27FC236}">
                <a16:creationId xmlns:a16="http://schemas.microsoft.com/office/drawing/2014/main" id="{84350DDE-3EAD-71FF-B2D0-D9A856A08309}"/>
              </a:ext>
            </a:extLst>
          </p:cNvPr>
          <p:cNvSpPr txBox="1">
            <a:spLocks/>
          </p:cNvSpPr>
          <p:nvPr/>
        </p:nvSpPr>
        <p:spPr>
          <a:xfrm>
            <a:off x="7235415" y="2077390"/>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436855A0-EB14-DEBD-8C2E-744986E363E4}"/>
              </a:ext>
            </a:extLst>
          </p:cNvPr>
          <p:cNvCxnSpPr>
            <a:cxnSpLocks/>
            <a:stCxn id="106" idx="3"/>
            <a:endCxn id="107" idx="1"/>
          </p:cNvCxnSpPr>
          <p:nvPr/>
        </p:nvCxnSpPr>
        <p:spPr>
          <a:xfrm>
            <a:off x="9082020" y="2638046"/>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DE2317C8-9401-CD03-3F8A-69A0BF79D73E}"/>
              </a:ext>
            </a:extLst>
          </p:cNvPr>
          <p:cNvCxnSpPr>
            <a:cxnSpLocks/>
            <a:stCxn id="107" idx="3"/>
          </p:cNvCxnSpPr>
          <p:nvPr/>
        </p:nvCxnSpPr>
        <p:spPr>
          <a:xfrm flipV="1">
            <a:off x="10676649" y="2636277"/>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7B5CC032-59D2-8018-E0C2-E4F860380D2D}"/>
              </a:ext>
            </a:extLst>
          </p:cNvPr>
          <p:cNvCxnSpPr>
            <a:cxnSpLocks/>
          </p:cNvCxnSpPr>
          <p:nvPr/>
        </p:nvCxnSpPr>
        <p:spPr>
          <a:xfrm>
            <a:off x="9421045" y="263804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5DC246BF-00E3-FC1B-5B8F-2CBCBB22AB15}"/>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274228" y="5295237"/>
            <a:ext cx="306905" cy="391304"/>
          </a:xfrm>
          <a:prstGeom prst="rect">
            <a:avLst/>
          </a:prstGeom>
        </p:spPr>
      </p:pic>
      <p:sp>
        <p:nvSpPr>
          <p:cNvPr id="92" name="TextBox 91">
            <a:extLst>
              <a:ext uri="{FF2B5EF4-FFF2-40B4-BE49-F238E27FC236}">
                <a16:creationId xmlns:a16="http://schemas.microsoft.com/office/drawing/2014/main" id="{E3E04F2C-7D9B-CC89-0AC9-4102428765A2}"/>
              </a:ext>
            </a:extLst>
          </p:cNvPr>
          <p:cNvSpPr txBox="1"/>
          <p:nvPr/>
        </p:nvSpPr>
        <p:spPr>
          <a:xfrm>
            <a:off x="9063189" y="5741539"/>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106" name="Process 105">
            <a:extLst>
              <a:ext uri="{FF2B5EF4-FFF2-40B4-BE49-F238E27FC236}">
                <a16:creationId xmlns:a16="http://schemas.microsoft.com/office/drawing/2014/main" id="{A8CFEFCD-2250-95E5-1F24-0A70E4E932D1}"/>
              </a:ext>
            </a:extLst>
          </p:cNvPr>
          <p:cNvSpPr/>
          <p:nvPr/>
        </p:nvSpPr>
        <p:spPr>
          <a:xfrm>
            <a:off x="8110020" y="2419069"/>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3C57EE90-2328-DFA6-4E4F-A385028476FD}"/>
              </a:ext>
            </a:extLst>
          </p:cNvPr>
          <p:cNvSpPr/>
          <p:nvPr/>
        </p:nvSpPr>
        <p:spPr>
          <a:xfrm>
            <a:off x="9773329" y="2424065"/>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F319E326-CB5B-9744-994A-4E8B3A55210A}"/>
              </a:ext>
            </a:extLst>
          </p:cNvPr>
          <p:cNvSpPr/>
          <p:nvPr/>
        </p:nvSpPr>
        <p:spPr>
          <a:xfrm>
            <a:off x="8890928"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169A0EAE-7522-7C0D-E02C-386F4435FE68}"/>
              </a:ext>
            </a:extLst>
          </p:cNvPr>
          <p:cNvCxnSpPr>
            <a:cxnSpLocks/>
            <a:endCxn id="88" idx="0"/>
          </p:cNvCxnSpPr>
          <p:nvPr/>
        </p:nvCxnSpPr>
        <p:spPr>
          <a:xfrm>
            <a:off x="9425598" y="4880148"/>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E7858462-5F0E-7DA9-4A5E-7866D4A7E7A8}"/>
              </a:ext>
            </a:extLst>
          </p:cNvPr>
          <p:cNvCxnSpPr>
            <a:cxnSpLocks/>
          </p:cNvCxnSpPr>
          <p:nvPr/>
        </p:nvCxnSpPr>
        <p:spPr>
          <a:xfrm>
            <a:off x="11009666" y="263804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0C9563CB-2541-150A-8EBA-F18E3A17000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844474" y="5315703"/>
            <a:ext cx="306905" cy="391304"/>
          </a:xfrm>
          <a:prstGeom prst="rect">
            <a:avLst/>
          </a:prstGeom>
        </p:spPr>
      </p:pic>
      <p:sp>
        <p:nvSpPr>
          <p:cNvPr id="8" name="TextBox 7">
            <a:extLst>
              <a:ext uri="{FF2B5EF4-FFF2-40B4-BE49-F238E27FC236}">
                <a16:creationId xmlns:a16="http://schemas.microsoft.com/office/drawing/2014/main" id="{3D32ECBD-6755-8397-13F7-63CA88FD3762}"/>
              </a:ext>
            </a:extLst>
          </p:cNvPr>
          <p:cNvSpPr txBox="1"/>
          <p:nvPr/>
        </p:nvSpPr>
        <p:spPr>
          <a:xfrm>
            <a:off x="10633435" y="576200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10" name="Straight Arrow Connector 9">
            <a:extLst>
              <a:ext uri="{FF2B5EF4-FFF2-40B4-BE49-F238E27FC236}">
                <a16:creationId xmlns:a16="http://schemas.microsoft.com/office/drawing/2014/main" id="{816F076D-F18F-CFA3-6B0D-0C5F16353608}"/>
              </a:ext>
            </a:extLst>
          </p:cNvPr>
          <p:cNvCxnSpPr>
            <a:cxnSpLocks/>
            <a:endCxn id="7" idx="0"/>
          </p:cNvCxnSpPr>
          <p:nvPr/>
        </p:nvCxnSpPr>
        <p:spPr>
          <a:xfrm>
            <a:off x="10997927" y="4864750"/>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145CD545-648C-795F-B9A5-71995D4A42A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7633644" y="5308207"/>
            <a:ext cx="306905" cy="391304"/>
          </a:xfrm>
          <a:prstGeom prst="rect">
            <a:avLst/>
          </a:prstGeom>
        </p:spPr>
      </p:pic>
      <p:sp>
        <p:nvSpPr>
          <p:cNvPr id="17" name="TextBox 16">
            <a:extLst>
              <a:ext uri="{FF2B5EF4-FFF2-40B4-BE49-F238E27FC236}">
                <a16:creationId xmlns:a16="http://schemas.microsoft.com/office/drawing/2014/main" id="{9DCAF2C2-D21F-8AC9-906A-9DC8C22BB132}"/>
              </a:ext>
            </a:extLst>
          </p:cNvPr>
          <p:cNvSpPr txBox="1"/>
          <p:nvPr/>
        </p:nvSpPr>
        <p:spPr>
          <a:xfrm>
            <a:off x="7176208" y="5754509"/>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18" name="Process 108">
            <a:extLst>
              <a:ext uri="{FF2B5EF4-FFF2-40B4-BE49-F238E27FC236}">
                <a16:creationId xmlns:a16="http://schemas.microsoft.com/office/drawing/2014/main" id="{8159314A-8B89-9EAA-972B-6D44367538D0}"/>
              </a:ext>
            </a:extLst>
          </p:cNvPr>
          <p:cNvSpPr/>
          <p:nvPr/>
        </p:nvSpPr>
        <p:spPr>
          <a:xfrm>
            <a:off x="7250344"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C8F07693-03D3-E691-160F-5F7A5EA721E2}"/>
              </a:ext>
            </a:extLst>
          </p:cNvPr>
          <p:cNvCxnSpPr>
            <a:cxnSpLocks/>
            <a:stCxn id="16" idx="0"/>
          </p:cNvCxnSpPr>
          <p:nvPr/>
        </p:nvCxnSpPr>
        <p:spPr>
          <a:xfrm flipV="1">
            <a:off x="7787097"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0BB4C5E7-02B2-19F3-8A2C-0B7A686CF844}"/>
              </a:ext>
            </a:extLst>
          </p:cNvPr>
          <p:cNvCxnSpPr>
            <a:stCxn id="18" idx="0"/>
            <a:endCxn id="106" idx="1"/>
          </p:cNvCxnSpPr>
          <p:nvPr/>
        </p:nvCxnSpPr>
        <p:spPr>
          <a:xfrm rot="5400000" flipH="1" flipV="1">
            <a:off x="7701644" y="2721416"/>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08D8862E-318B-CA0F-A39E-BF1D3B33DAF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961305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EA954668-45C5-937B-39E5-82955CE546F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008845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89CAF07E-AF66-C3DF-3E04-AFF7DB5C4B97}"/>
              </a:ext>
            </a:extLst>
          </p:cNvPr>
          <p:cNvSpPr/>
          <p:nvPr/>
        </p:nvSpPr>
        <p:spPr>
          <a:xfrm>
            <a:off x="932834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Process 108">
            <a:extLst>
              <a:ext uri="{FF2B5EF4-FFF2-40B4-BE49-F238E27FC236}">
                <a16:creationId xmlns:a16="http://schemas.microsoft.com/office/drawing/2014/main" id="{268B80DE-AFBC-59EC-388E-287C23A76D1C}"/>
              </a:ext>
            </a:extLst>
          </p:cNvPr>
          <p:cNvSpPr/>
          <p:nvPr/>
        </p:nvSpPr>
        <p:spPr>
          <a:xfrm>
            <a:off x="724853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0" name="Straight Arrow Connector 29">
            <a:extLst>
              <a:ext uri="{FF2B5EF4-FFF2-40B4-BE49-F238E27FC236}">
                <a16:creationId xmlns:a16="http://schemas.microsoft.com/office/drawing/2014/main" id="{A5434FB5-0E2F-D7D7-53B5-8E98771D6A76}"/>
              </a:ext>
            </a:extLst>
          </p:cNvPr>
          <p:cNvCxnSpPr>
            <a:cxnSpLocks/>
            <a:endCxn id="18" idx="2"/>
          </p:cNvCxnSpPr>
          <p:nvPr/>
        </p:nvCxnSpPr>
        <p:spPr>
          <a:xfrm flipV="1">
            <a:off x="7785014"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4FADFCAC-AC6F-C1F3-3264-89A5CD7B5DCA}"/>
              </a:ext>
            </a:extLst>
          </p:cNvPr>
          <p:cNvSpPr/>
          <p:nvPr/>
        </p:nvSpPr>
        <p:spPr>
          <a:xfrm>
            <a:off x="7248533" y="368969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D2238A68-6006-8993-75A6-D6549A631D08}"/>
              </a:ext>
            </a:extLst>
          </p:cNvPr>
          <p:cNvCxnSpPr>
            <a:cxnSpLocks/>
          </p:cNvCxnSpPr>
          <p:nvPr/>
        </p:nvCxnSpPr>
        <p:spPr>
          <a:xfrm>
            <a:off x="9427674" y="353124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416249BE-16A4-21AE-154E-07C1E7F634B8}"/>
              </a:ext>
            </a:extLst>
          </p:cNvPr>
          <p:cNvCxnSpPr>
            <a:cxnSpLocks/>
            <a:stCxn id="53" idx="2"/>
          </p:cNvCxnSpPr>
          <p:nvPr/>
        </p:nvCxnSpPr>
        <p:spPr>
          <a:xfrm>
            <a:off x="11009666"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F4A924B9-8FA4-3A0C-F164-F9EFADE191C2}"/>
              </a:ext>
            </a:extLst>
          </p:cNvPr>
          <p:cNvSpPr txBox="1">
            <a:spLocks/>
          </p:cNvSpPr>
          <p:nvPr/>
        </p:nvSpPr>
        <p:spPr>
          <a:xfrm>
            <a:off x="7295739" y="380245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4220803-880F-0B18-B97B-08FE7CFF834D}"/>
              </a:ext>
            </a:extLst>
          </p:cNvPr>
          <p:cNvSpPr/>
          <p:nvPr/>
        </p:nvSpPr>
        <p:spPr>
          <a:xfrm>
            <a:off x="10474996"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4AD38773-C51C-DA8C-1931-2486C1403F2A}"/>
              </a:ext>
            </a:extLst>
          </p:cNvPr>
          <p:cNvSpPr txBox="1"/>
          <p:nvPr/>
        </p:nvSpPr>
        <p:spPr>
          <a:xfrm>
            <a:off x="10720959" y="244418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C48699D6-41CC-D854-B90A-F5216016F70A}"/>
              </a:ext>
            </a:extLst>
          </p:cNvPr>
          <p:cNvSpPr/>
          <p:nvPr/>
        </p:nvSpPr>
        <p:spPr>
          <a:xfrm>
            <a:off x="1404490" y="2020669"/>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7AABE04A-CF4A-70F2-2CC5-6FD69DA3B177}"/>
              </a:ext>
            </a:extLst>
          </p:cNvPr>
          <p:cNvPicPr>
            <a:picLocks noChangeAspect="1"/>
          </p:cNvPicPr>
          <p:nvPr/>
        </p:nvPicPr>
        <p:blipFill>
          <a:blip r:embed="rId10"/>
          <a:stretch>
            <a:fillRect/>
          </a:stretch>
        </p:blipFill>
        <p:spPr>
          <a:xfrm>
            <a:off x="693775" y="2117123"/>
            <a:ext cx="371504" cy="471311"/>
          </a:xfrm>
          <a:prstGeom prst="rect">
            <a:avLst/>
          </a:prstGeom>
        </p:spPr>
      </p:pic>
      <p:sp>
        <p:nvSpPr>
          <p:cNvPr id="11" name="Content Placeholder 2">
            <a:extLst>
              <a:ext uri="{FF2B5EF4-FFF2-40B4-BE49-F238E27FC236}">
                <a16:creationId xmlns:a16="http://schemas.microsoft.com/office/drawing/2014/main" id="{598B223D-5F4B-116C-856D-EF124B2F8FF1}"/>
              </a:ext>
            </a:extLst>
          </p:cNvPr>
          <p:cNvSpPr txBox="1">
            <a:spLocks/>
          </p:cNvSpPr>
          <p:nvPr/>
        </p:nvSpPr>
        <p:spPr>
          <a:xfrm>
            <a:off x="1737048" y="2075177"/>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C795695-3C9F-8AEC-F702-B760A8430ADB}"/>
              </a:ext>
            </a:extLst>
          </p:cNvPr>
          <p:cNvCxnSpPr>
            <a:cxnSpLocks/>
            <a:endCxn id="36" idx="1"/>
          </p:cNvCxnSpPr>
          <p:nvPr/>
        </p:nvCxnSpPr>
        <p:spPr>
          <a:xfrm flipV="1">
            <a:off x="2438774"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4F27D51E-9721-D728-ADF9-BD0B5F6E9CA7}"/>
              </a:ext>
            </a:extLst>
          </p:cNvPr>
          <p:cNvCxnSpPr>
            <a:cxnSpLocks/>
            <a:stCxn id="36" idx="3"/>
            <a:endCxn id="37" idx="1"/>
          </p:cNvCxnSpPr>
          <p:nvPr/>
        </p:nvCxnSpPr>
        <p:spPr>
          <a:xfrm>
            <a:off x="4087572" y="2642167"/>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E5979F6B-10C0-2156-2FD3-267964CF2D01}"/>
              </a:ext>
            </a:extLst>
          </p:cNvPr>
          <p:cNvCxnSpPr>
            <a:cxnSpLocks/>
            <a:stCxn id="37" idx="3"/>
          </p:cNvCxnSpPr>
          <p:nvPr/>
        </p:nvCxnSpPr>
        <p:spPr>
          <a:xfrm flipV="1">
            <a:off x="5682201"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0D43B8A0-DA70-FCFA-4E4F-1E3E43AC408A}"/>
              </a:ext>
            </a:extLst>
          </p:cNvPr>
          <p:cNvSpPr/>
          <p:nvPr/>
        </p:nvSpPr>
        <p:spPr>
          <a:xfrm>
            <a:off x="1043580" y="2069961"/>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4CB088E-9AA7-D923-1115-2A2ECF4EBE70}"/>
              </a:ext>
            </a:extLst>
          </p:cNvPr>
          <p:cNvPicPr>
            <a:picLocks noChangeAspect="1"/>
          </p:cNvPicPr>
          <p:nvPr/>
        </p:nvPicPr>
        <p:blipFill>
          <a:blip r:embed="rId11"/>
          <a:stretch>
            <a:fillRect/>
          </a:stretch>
        </p:blipFill>
        <p:spPr>
          <a:xfrm>
            <a:off x="703762" y="3024669"/>
            <a:ext cx="354609" cy="323203"/>
          </a:xfrm>
          <a:prstGeom prst="rect">
            <a:avLst/>
          </a:prstGeom>
        </p:spPr>
      </p:pic>
      <p:pic>
        <p:nvPicPr>
          <p:cNvPr id="28" name="Picture 27">
            <a:extLst>
              <a:ext uri="{FF2B5EF4-FFF2-40B4-BE49-F238E27FC236}">
                <a16:creationId xmlns:a16="http://schemas.microsoft.com/office/drawing/2014/main" id="{677A3955-C7B8-ADBD-F08D-45DCAB996F54}"/>
              </a:ext>
            </a:extLst>
          </p:cNvPr>
          <p:cNvPicPr>
            <a:picLocks noChangeAspect="1"/>
          </p:cNvPicPr>
          <p:nvPr/>
        </p:nvPicPr>
        <p:blipFill>
          <a:blip r:embed="rId12"/>
          <a:stretch>
            <a:fillRect/>
          </a:stretch>
        </p:blipFill>
        <p:spPr>
          <a:xfrm>
            <a:off x="678079" y="3757488"/>
            <a:ext cx="405975" cy="194161"/>
          </a:xfrm>
          <a:prstGeom prst="rect">
            <a:avLst/>
          </a:prstGeom>
        </p:spPr>
      </p:pic>
      <p:sp>
        <p:nvSpPr>
          <p:cNvPr id="31" name="TextBox 30">
            <a:extLst>
              <a:ext uri="{FF2B5EF4-FFF2-40B4-BE49-F238E27FC236}">
                <a16:creationId xmlns:a16="http://schemas.microsoft.com/office/drawing/2014/main" id="{F53D8B94-D83C-637E-3E74-1E7FE7AB5FC6}"/>
              </a:ext>
            </a:extLst>
          </p:cNvPr>
          <p:cNvSpPr txBox="1"/>
          <p:nvPr/>
        </p:nvSpPr>
        <p:spPr>
          <a:xfrm>
            <a:off x="516409" y="2630715"/>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8B3FCBA1-E978-C8BF-7253-6ED3B2E77968}"/>
              </a:ext>
            </a:extLst>
          </p:cNvPr>
          <p:cNvSpPr txBox="1"/>
          <p:nvPr/>
        </p:nvSpPr>
        <p:spPr>
          <a:xfrm>
            <a:off x="516409" y="3392523"/>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F117DD7A-F598-2241-533A-B3E1305FCEEE}"/>
              </a:ext>
            </a:extLst>
          </p:cNvPr>
          <p:cNvSpPr txBox="1"/>
          <p:nvPr/>
        </p:nvSpPr>
        <p:spPr>
          <a:xfrm>
            <a:off x="516409" y="4003331"/>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92580A6-BCA0-9981-7DE9-0D40B660F49C}"/>
              </a:ext>
            </a:extLst>
          </p:cNvPr>
          <p:cNvSpPr/>
          <p:nvPr/>
        </p:nvSpPr>
        <p:spPr>
          <a:xfrm>
            <a:off x="1574364"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287607E7-D400-F5B3-52EC-65FBE06972FD}"/>
              </a:ext>
            </a:extLst>
          </p:cNvPr>
          <p:cNvSpPr/>
          <p:nvPr/>
        </p:nvSpPr>
        <p:spPr>
          <a:xfrm>
            <a:off x="3115572" y="2423190"/>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A5A3C365-334B-76C0-F033-D685EE8CAC56}"/>
              </a:ext>
            </a:extLst>
          </p:cNvPr>
          <p:cNvSpPr/>
          <p:nvPr/>
        </p:nvSpPr>
        <p:spPr>
          <a:xfrm>
            <a:off x="4778881"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73A8B302-25F1-0BCB-BE73-13661C78D339}"/>
              </a:ext>
            </a:extLst>
          </p:cNvPr>
          <p:cNvSpPr txBox="1"/>
          <p:nvPr/>
        </p:nvSpPr>
        <p:spPr>
          <a:xfrm>
            <a:off x="5774505"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14ED8852-B67E-8F0F-C91A-6B2E003036E6}"/>
              </a:ext>
            </a:extLst>
          </p:cNvPr>
          <p:cNvCxnSpPr>
            <a:cxnSpLocks/>
          </p:cNvCxnSpPr>
          <p:nvPr/>
        </p:nvCxnSpPr>
        <p:spPr>
          <a:xfrm>
            <a:off x="4411302" y="264129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0" name="Graphic 79">
            <a:extLst>
              <a:ext uri="{FF2B5EF4-FFF2-40B4-BE49-F238E27FC236}">
                <a16:creationId xmlns:a16="http://schemas.microsoft.com/office/drawing/2014/main" id="{D60901E0-A08C-578A-DD80-817305F9F2D1}"/>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4264485" y="5298482"/>
            <a:ext cx="306905" cy="391304"/>
          </a:xfrm>
          <a:prstGeom prst="rect">
            <a:avLst/>
          </a:prstGeom>
        </p:spPr>
      </p:pic>
      <p:sp>
        <p:nvSpPr>
          <p:cNvPr id="81" name="TextBox 80">
            <a:extLst>
              <a:ext uri="{FF2B5EF4-FFF2-40B4-BE49-F238E27FC236}">
                <a16:creationId xmlns:a16="http://schemas.microsoft.com/office/drawing/2014/main" id="{14D085E1-C1CC-0B44-ACE8-02899206ECDC}"/>
              </a:ext>
            </a:extLst>
          </p:cNvPr>
          <p:cNvSpPr txBox="1"/>
          <p:nvPr/>
        </p:nvSpPr>
        <p:spPr>
          <a:xfrm>
            <a:off x="4053446" y="5744784"/>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Input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sp>
        <p:nvSpPr>
          <p:cNvPr id="82" name="Process 108">
            <a:extLst>
              <a:ext uri="{FF2B5EF4-FFF2-40B4-BE49-F238E27FC236}">
                <a16:creationId xmlns:a16="http://schemas.microsoft.com/office/drawing/2014/main" id="{06A4168A-EAD3-7078-808F-F26975C07FB5}"/>
              </a:ext>
            </a:extLst>
          </p:cNvPr>
          <p:cNvSpPr/>
          <p:nvPr/>
        </p:nvSpPr>
        <p:spPr>
          <a:xfrm>
            <a:off x="3881185"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3" name="Straight Arrow Connector 82">
            <a:extLst>
              <a:ext uri="{FF2B5EF4-FFF2-40B4-BE49-F238E27FC236}">
                <a16:creationId xmlns:a16="http://schemas.microsoft.com/office/drawing/2014/main" id="{84C3DCA9-AB3E-7731-9A13-B222019F67EF}"/>
              </a:ext>
            </a:extLst>
          </p:cNvPr>
          <p:cNvCxnSpPr>
            <a:cxnSpLocks/>
            <a:endCxn id="80" idx="0"/>
          </p:cNvCxnSpPr>
          <p:nvPr/>
        </p:nvCxnSpPr>
        <p:spPr>
          <a:xfrm>
            <a:off x="4415855" y="4883393"/>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938BBB96-AE4B-AF05-13EC-BF4E164BBCB1}"/>
              </a:ext>
            </a:extLst>
          </p:cNvPr>
          <p:cNvCxnSpPr>
            <a:cxnSpLocks/>
          </p:cNvCxnSpPr>
          <p:nvPr/>
        </p:nvCxnSpPr>
        <p:spPr>
          <a:xfrm>
            <a:off x="5999923"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74021FD8-8E50-0597-ABEB-56E8FB668DFD}"/>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5834731" y="5318948"/>
            <a:ext cx="306905" cy="391304"/>
          </a:xfrm>
          <a:prstGeom prst="rect">
            <a:avLst/>
          </a:prstGeom>
        </p:spPr>
      </p:pic>
      <p:sp>
        <p:nvSpPr>
          <p:cNvPr id="86" name="TextBox 85">
            <a:extLst>
              <a:ext uri="{FF2B5EF4-FFF2-40B4-BE49-F238E27FC236}">
                <a16:creationId xmlns:a16="http://schemas.microsoft.com/office/drawing/2014/main" id="{0D628924-F6DB-FD10-2B2A-08C1263D7B0D}"/>
              </a:ext>
            </a:extLst>
          </p:cNvPr>
          <p:cNvSpPr txBox="1"/>
          <p:nvPr/>
        </p:nvSpPr>
        <p:spPr>
          <a:xfrm>
            <a:off x="5623692"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 Output</a:t>
            </a:r>
            <a:b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Data</a:t>
            </a:r>
          </a:p>
        </p:txBody>
      </p:sp>
      <p:cxnSp>
        <p:nvCxnSpPr>
          <p:cNvPr id="87" name="Straight Arrow Connector 86">
            <a:extLst>
              <a:ext uri="{FF2B5EF4-FFF2-40B4-BE49-F238E27FC236}">
                <a16:creationId xmlns:a16="http://schemas.microsoft.com/office/drawing/2014/main" id="{2C2AEF9B-6DC8-F029-8E44-7D1FCD9F8462}"/>
              </a:ext>
            </a:extLst>
          </p:cNvPr>
          <p:cNvCxnSpPr>
            <a:cxnSpLocks/>
            <a:endCxn id="85" idx="0"/>
          </p:cNvCxnSpPr>
          <p:nvPr/>
        </p:nvCxnSpPr>
        <p:spPr>
          <a:xfrm>
            <a:off x="5988184"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B308B638-F2D4-929C-26E9-24A499DB5A8C}"/>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2623901" y="5311452"/>
            <a:ext cx="306905" cy="391304"/>
          </a:xfrm>
          <a:prstGeom prst="rect">
            <a:avLst/>
          </a:prstGeom>
        </p:spPr>
      </p:pic>
      <p:sp>
        <p:nvSpPr>
          <p:cNvPr id="90" name="TextBox 89">
            <a:extLst>
              <a:ext uri="{FF2B5EF4-FFF2-40B4-BE49-F238E27FC236}">
                <a16:creationId xmlns:a16="http://schemas.microsoft.com/office/drawing/2014/main" id="{7DB5B689-0B96-DFAF-CE6E-99A41391B8CB}"/>
              </a:ext>
            </a:extLst>
          </p:cNvPr>
          <p:cNvSpPr txBox="1"/>
          <p:nvPr/>
        </p:nvSpPr>
        <p:spPr>
          <a:xfrm>
            <a:off x="2166465"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a:latin typeface="Aeonik" panose="020B0503030300000000" pitchFamily="34" charset="0"/>
                <a:ea typeface="ＭＳ Ｐゴシック" panose="020B0600070205080204" pitchFamily="34" charset="-128"/>
                <a:cs typeface="Calibri" panose="020F0502020204030204" pitchFamily="34" charset="0"/>
              </a:rPr>
              <a:t>Physical Sensor</a:t>
            </a:r>
            <a:br>
              <a:rPr lang="en-US" sz="1067" b="1">
                <a:latin typeface="Aeonik" panose="020B0503030300000000" pitchFamily="34" charset="0"/>
                <a:ea typeface="ＭＳ Ｐゴシック" panose="020B0600070205080204" pitchFamily="34" charset="-128"/>
                <a:cs typeface="Calibri" panose="020F0502020204030204" pitchFamily="34" charset="0"/>
              </a:rPr>
            </a:br>
            <a:r>
              <a:rPr lang="en-US" sz="1067" b="1">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4BE53C58-0049-5E23-6A06-2DF7231CE583}"/>
              </a:ext>
            </a:extLst>
          </p:cNvPr>
          <p:cNvSpPr/>
          <p:nvPr/>
        </p:nvSpPr>
        <p:spPr>
          <a:xfrm>
            <a:off x="2240601" y="313303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94" name="Picture 8">
            <a:extLst>
              <a:ext uri="{FF2B5EF4-FFF2-40B4-BE49-F238E27FC236}">
                <a16:creationId xmlns:a16="http://schemas.microsoft.com/office/drawing/2014/main" id="{4E5C549A-B8FB-F85A-4D9A-E717AE022613}"/>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4661827" y="4279211"/>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056B209F-1C4E-726F-6D97-8C2C1C4B94CB}"/>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5212406" y="4326981"/>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36F026BE-6EFB-3301-CC14-084AE204C7D4}"/>
              </a:ext>
            </a:extLst>
          </p:cNvPr>
          <p:cNvSpPr/>
          <p:nvPr/>
        </p:nvSpPr>
        <p:spPr>
          <a:xfrm>
            <a:off x="2238790" y="369294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26E12478-B5DB-AC65-EC1E-947792A411B8}"/>
              </a:ext>
            </a:extLst>
          </p:cNvPr>
          <p:cNvCxnSpPr>
            <a:cxnSpLocks/>
          </p:cNvCxnSpPr>
          <p:nvPr/>
        </p:nvCxnSpPr>
        <p:spPr>
          <a:xfrm>
            <a:off x="4417931" y="353448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7E6CCC72-E9A9-55EE-0BAC-B2AE84280362}"/>
              </a:ext>
            </a:extLst>
          </p:cNvPr>
          <p:cNvCxnSpPr>
            <a:cxnSpLocks/>
            <a:stCxn id="104" idx="2"/>
          </p:cNvCxnSpPr>
          <p:nvPr/>
        </p:nvCxnSpPr>
        <p:spPr>
          <a:xfrm>
            <a:off x="5999923" y="3531355"/>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9AA43B2-FF68-DB13-9505-2BF0F01E16BC}"/>
              </a:ext>
            </a:extLst>
          </p:cNvPr>
          <p:cNvSpPr txBox="1">
            <a:spLocks/>
          </p:cNvSpPr>
          <p:nvPr/>
        </p:nvSpPr>
        <p:spPr>
          <a:xfrm>
            <a:off x="2285996"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5"/>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6"/>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CE382B01-29A0-8760-5DC8-5FACF41FCF1F}"/>
              </a:ext>
            </a:extLst>
          </p:cNvPr>
          <p:cNvSpPr/>
          <p:nvPr/>
        </p:nvSpPr>
        <p:spPr>
          <a:xfrm>
            <a:off x="5465253" y="31363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4BE69476-D577-F35A-DEEB-0F76C95DC2A5}"/>
              </a:ext>
            </a:extLst>
          </p:cNvPr>
          <p:cNvSpPr/>
          <p:nvPr/>
        </p:nvSpPr>
        <p:spPr>
          <a:xfrm>
            <a:off x="4299623"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6361E5C3-E103-C607-2FCA-A5F00A3EA125}"/>
              </a:ext>
            </a:extLst>
          </p:cNvPr>
          <p:cNvCxnSpPr>
            <a:cxnSpLocks/>
          </p:cNvCxnSpPr>
          <p:nvPr/>
        </p:nvCxnSpPr>
        <p:spPr>
          <a:xfrm>
            <a:off x="2786782"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EBA3B29F-02B6-785B-AA35-7DAD924B76E2}"/>
              </a:ext>
            </a:extLst>
          </p:cNvPr>
          <p:cNvCxnSpPr>
            <a:cxnSpLocks/>
          </p:cNvCxnSpPr>
          <p:nvPr/>
        </p:nvCxnSpPr>
        <p:spPr>
          <a:xfrm>
            <a:off x="2791335"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36F3236-84A2-A5C7-2DE0-4A2164C07630}"/>
              </a:ext>
            </a:extLst>
          </p:cNvPr>
          <p:cNvCxnSpPr>
            <a:cxnSpLocks/>
          </p:cNvCxnSpPr>
          <p:nvPr/>
        </p:nvCxnSpPr>
        <p:spPr>
          <a:xfrm>
            <a:off x="2793411"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2F4CF59C-538C-CE2C-9997-D55E58F243BD}"/>
              </a:ext>
            </a:extLst>
          </p:cNvPr>
          <p:cNvSpPr/>
          <p:nvPr/>
        </p:nvSpPr>
        <p:spPr>
          <a:xfrm>
            <a:off x="2238790"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860236FB-48A1-5B56-4B13-A0FC6D523449}"/>
              </a:ext>
            </a:extLst>
          </p:cNvPr>
          <p:cNvSpPr/>
          <p:nvPr/>
        </p:nvSpPr>
        <p:spPr>
          <a:xfrm>
            <a:off x="5963501"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06830A78-4724-358C-90F6-4F408C6A2931}"/>
              </a:ext>
            </a:extLst>
          </p:cNvPr>
          <p:cNvSpPr txBox="1"/>
          <p:nvPr/>
        </p:nvSpPr>
        <p:spPr>
          <a:xfrm>
            <a:off x="1404490" y="1675328"/>
            <a:ext cx="5365218"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E1618D25-F062-AA5D-1791-495E209BFA7C}"/>
              </a:ext>
            </a:extLst>
          </p:cNvPr>
          <p:cNvSpPr txBox="1"/>
          <p:nvPr/>
        </p:nvSpPr>
        <p:spPr>
          <a:xfrm>
            <a:off x="7101186" y="1675328"/>
            <a:ext cx="4559035" cy="2769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2000" kern="1200" dirty="0">
                <a:solidFill>
                  <a:schemeClr val="tx2"/>
                </a:solidFill>
                <a:latin typeface="+mn-lt"/>
                <a:ea typeface="+mn-ea"/>
                <a:cs typeface="+mn-cs"/>
              </a:rPr>
              <a:t>Use same data streams to repeat tests</a:t>
            </a:r>
          </a:p>
        </p:txBody>
      </p:sp>
      <p:sp>
        <p:nvSpPr>
          <p:cNvPr id="40" name="Flowchart: Multidocument 39">
            <a:extLst>
              <a:ext uri="{FF2B5EF4-FFF2-40B4-BE49-F238E27FC236}">
                <a16:creationId xmlns:a16="http://schemas.microsoft.com/office/drawing/2014/main" id="{03A174CA-292C-51AB-4F87-D8040EE8AE82}"/>
              </a:ext>
            </a:extLst>
          </p:cNvPr>
          <p:cNvSpPr/>
          <p:nvPr/>
        </p:nvSpPr>
        <p:spPr>
          <a:xfrm>
            <a:off x="10646963" y="4289853"/>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Tree>
    <p:extLst>
      <p:ext uri="{BB962C8B-B14F-4D97-AF65-F5344CB8AC3E}">
        <p14:creationId xmlns:p14="http://schemas.microsoft.com/office/powerpoint/2010/main" val="2994639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9E2765-0772-9C4D-3FF6-5A384ADA7D8C}"/>
            </a:ext>
          </a:extLst>
        </p:cNvPr>
        <p:cNvGrpSpPr/>
        <p:nvPr/>
      </p:nvGrpSpPr>
      <p:grpSpPr>
        <a:xfrm>
          <a:off x="0" y="0"/>
          <a:ext cx="0" cy="0"/>
          <a:chOff x="0" y="0"/>
          <a:chExt cx="0" cy="0"/>
        </a:xfrm>
      </p:grpSpPr>
      <p:sp>
        <p:nvSpPr>
          <p:cNvPr id="39" name="Process 108">
            <a:extLst>
              <a:ext uri="{FF2B5EF4-FFF2-40B4-BE49-F238E27FC236}">
                <a16:creationId xmlns:a16="http://schemas.microsoft.com/office/drawing/2014/main" id="{5E826A8F-8E11-D31D-1BF8-43653DBE1387}"/>
              </a:ext>
            </a:extLst>
          </p:cNvPr>
          <p:cNvSpPr/>
          <p:nvPr/>
        </p:nvSpPr>
        <p:spPr>
          <a:xfrm>
            <a:off x="2232780" y="276143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9" name="Rectangle 58">
            <a:extLst>
              <a:ext uri="{FF2B5EF4-FFF2-40B4-BE49-F238E27FC236}">
                <a16:creationId xmlns:a16="http://schemas.microsoft.com/office/drawing/2014/main" id="{0117F275-E1A7-3357-BF8F-AE540B92002E}"/>
              </a:ext>
            </a:extLst>
          </p:cNvPr>
          <p:cNvSpPr/>
          <p:nvPr/>
        </p:nvSpPr>
        <p:spPr>
          <a:xfrm>
            <a:off x="7101186" y="402299"/>
            <a:ext cx="4559035" cy="2230653"/>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63" name="Content Placeholder 2">
            <a:extLst>
              <a:ext uri="{FF2B5EF4-FFF2-40B4-BE49-F238E27FC236}">
                <a16:creationId xmlns:a16="http://schemas.microsoft.com/office/drawing/2014/main" id="{ABD69D10-74C8-01C1-E963-FAFCBD5EDEF7}"/>
              </a:ext>
            </a:extLst>
          </p:cNvPr>
          <p:cNvSpPr txBox="1">
            <a:spLocks/>
          </p:cNvSpPr>
          <p:nvPr/>
        </p:nvSpPr>
        <p:spPr>
          <a:xfrm>
            <a:off x="7235415" y="465505"/>
            <a:ext cx="484637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65" name="Straight Arrow Connector 64">
            <a:extLst>
              <a:ext uri="{FF2B5EF4-FFF2-40B4-BE49-F238E27FC236}">
                <a16:creationId xmlns:a16="http://schemas.microsoft.com/office/drawing/2014/main" id="{10F7C8E2-FFE8-0B22-4FB7-A469078F69C2}"/>
              </a:ext>
            </a:extLst>
          </p:cNvPr>
          <p:cNvCxnSpPr>
            <a:cxnSpLocks/>
            <a:stCxn id="106" idx="3"/>
            <a:endCxn id="107" idx="1"/>
          </p:cNvCxnSpPr>
          <p:nvPr/>
        </p:nvCxnSpPr>
        <p:spPr>
          <a:xfrm>
            <a:off x="9082020" y="1026161"/>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CFA6AB04-0FE0-0A70-2FCF-B87EE65DF05F}"/>
              </a:ext>
            </a:extLst>
          </p:cNvPr>
          <p:cNvCxnSpPr>
            <a:cxnSpLocks/>
            <a:stCxn id="107" idx="3"/>
          </p:cNvCxnSpPr>
          <p:nvPr/>
        </p:nvCxnSpPr>
        <p:spPr>
          <a:xfrm flipV="1">
            <a:off x="10676649" y="1024392"/>
            <a:ext cx="691310"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3BBC5E21-8F86-C7B3-071B-76539DD95408}"/>
              </a:ext>
            </a:extLst>
          </p:cNvPr>
          <p:cNvCxnSpPr>
            <a:cxnSpLocks/>
          </p:cNvCxnSpPr>
          <p:nvPr/>
        </p:nvCxnSpPr>
        <p:spPr>
          <a:xfrm>
            <a:off x="9421045" y="102616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6" name="Process 105">
            <a:extLst>
              <a:ext uri="{FF2B5EF4-FFF2-40B4-BE49-F238E27FC236}">
                <a16:creationId xmlns:a16="http://schemas.microsoft.com/office/drawing/2014/main" id="{83663F08-A752-AEB1-55AB-23058C6FA65C}"/>
              </a:ext>
            </a:extLst>
          </p:cNvPr>
          <p:cNvSpPr/>
          <p:nvPr/>
        </p:nvSpPr>
        <p:spPr>
          <a:xfrm>
            <a:off x="8110020" y="807184"/>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CBE59CD0-67DA-7C9A-C1FF-E890B1D50F78}"/>
              </a:ext>
            </a:extLst>
          </p:cNvPr>
          <p:cNvSpPr/>
          <p:nvPr/>
        </p:nvSpPr>
        <p:spPr>
          <a:xfrm>
            <a:off x="9773329" y="812180"/>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9" name="Process 108">
            <a:extLst>
              <a:ext uri="{FF2B5EF4-FFF2-40B4-BE49-F238E27FC236}">
                <a16:creationId xmlns:a16="http://schemas.microsoft.com/office/drawing/2014/main" id="{03AFE2A7-C09B-AA79-4D51-F51829D002F0}"/>
              </a:ext>
            </a:extLst>
          </p:cNvPr>
          <p:cNvSpPr/>
          <p:nvPr/>
        </p:nvSpPr>
        <p:spPr>
          <a:xfrm>
            <a:off x="8890928"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 name="Straight Arrow Connector 5">
            <a:extLst>
              <a:ext uri="{FF2B5EF4-FFF2-40B4-BE49-F238E27FC236}">
                <a16:creationId xmlns:a16="http://schemas.microsoft.com/office/drawing/2014/main" id="{8B34FAD2-8B88-4347-62A0-FDA7E50777EB}"/>
              </a:ext>
            </a:extLst>
          </p:cNvPr>
          <p:cNvCxnSpPr>
            <a:cxnSpLocks/>
          </p:cNvCxnSpPr>
          <p:nvPr/>
        </p:nvCxnSpPr>
        <p:spPr>
          <a:xfrm>
            <a:off x="11009666" y="102616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9098D208-40CF-9D8C-D1EA-C37EB90ADB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3631355" y="2822850"/>
            <a:ext cx="295163" cy="310398"/>
          </a:xfrm>
          <a:prstGeom prst="rect">
            <a:avLst/>
          </a:prstGeom>
        </p:spPr>
      </p:pic>
      <p:sp>
        <p:nvSpPr>
          <p:cNvPr id="18" name="Process 108">
            <a:extLst>
              <a:ext uri="{FF2B5EF4-FFF2-40B4-BE49-F238E27FC236}">
                <a16:creationId xmlns:a16="http://schemas.microsoft.com/office/drawing/2014/main" id="{8277D7BB-E872-1B86-4413-FEC4501EFAA1}"/>
              </a:ext>
            </a:extLst>
          </p:cNvPr>
          <p:cNvSpPr/>
          <p:nvPr/>
        </p:nvSpPr>
        <p:spPr>
          <a:xfrm>
            <a:off x="7250344" y="1517907"/>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2" name="Connector: Elbow 11">
            <a:extLst>
              <a:ext uri="{FF2B5EF4-FFF2-40B4-BE49-F238E27FC236}">
                <a16:creationId xmlns:a16="http://schemas.microsoft.com/office/drawing/2014/main" id="{F5F2A217-7877-75B2-AC47-282D828FE8A2}"/>
              </a:ext>
            </a:extLst>
          </p:cNvPr>
          <p:cNvCxnSpPr>
            <a:stCxn id="18" idx="0"/>
            <a:endCxn id="106" idx="1"/>
          </p:cNvCxnSpPr>
          <p:nvPr/>
        </p:nvCxnSpPr>
        <p:spPr>
          <a:xfrm rot="5400000" flipH="1" flipV="1">
            <a:off x="7701644" y="1109531"/>
            <a:ext cx="491746" cy="325006"/>
          </a:xfrm>
          <a:prstGeom prst="bentConnector2">
            <a:avLst/>
          </a:prstGeom>
          <a:ln w="12700">
            <a:tailEnd type="triangle"/>
          </a:ln>
        </p:spPr>
        <p:style>
          <a:lnRef idx="1">
            <a:schemeClr val="accent1"/>
          </a:lnRef>
          <a:fillRef idx="0">
            <a:schemeClr val="accent1"/>
          </a:fillRef>
          <a:effectRef idx="0">
            <a:schemeClr val="accent1"/>
          </a:effectRef>
          <a:fontRef idx="minor">
            <a:schemeClr val="tx1"/>
          </a:fontRef>
        </p:style>
      </p:cxnSp>
      <p:sp>
        <p:nvSpPr>
          <p:cNvPr id="26" name="Arrow: Up-Down 25">
            <a:extLst>
              <a:ext uri="{FF2B5EF4-FFF2-40B4-BE49-F238E27FC236}">
                <a16:creationId xmlns:a16="http://schemas.microsoft.com/office/drawing/2014/main" id="{BECA0490-AE11-0E14-258E-73BE45E6770D}"/>
              </a:ext>
            </a:extLst>
          </p:cNvPr>
          <p:cNvSpPr/>
          <p:nvPr/>
        </p:nvSpPr>
        <p:spPr>
          <a:xfrm>
            <a:off x="9328344" y="2472777"/>
            <a:ext cx="198660" cy="286236"/>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6FB4E045-7929-D99D-DBC9-4C01515C1F0F}"/>
              </a:ext>
            </a:extLst>
          </p:cNvPr>
          <p:cNvCxnSpPr>
            <a:cxnSpLocks/>
            <a:endCxn id="18" idx="2"/>
          </p:cNvCxnSpPr>
          <p:nvPr/>
        </p:nvCxnSpPr>
        <p:spPr>
          <a:xfrm flipV="1">
            <a:off x="7785014" y="1912870"/>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1" name="Process 108">
            <a:extLst>
              <a:ext uri="{FF2B5EF4-FFF2-40B4-BE49-F238E27FC236}">
                <a16:creationId xmlns:a16="http://schemas.microsoft.com/office/drawing/2014/main" id="{70DE0384-4F01-5048-0DED-7E4AFAC47EC2}"/>
              </a:ext>
            </a:extLst>
          </p:cNvPr>
          <p:cNvSpPr/>
          <p:nvPr/>
        </p:nvSpPr>
        <p:spPr>
          <a:xfrm>
            <a:off x="7248533" y="2077813"/>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4" name="Straight Arrow Connector 33">
            <a:extLst>
              <a:ext uri="{FF2B5EF4-FFF2-40B4-BE49-F238E27FC236}">
                <a16:creationId xmlns:a16="http://schemas.microsoft.com/office/drawing/2014/main" id="{9E1CAF7C-3387-DD8E-3D3A-B89E6AB64D71}"/>
              </a:ext>
            </a:extLst>
          </p:cNvPr>
          <p:cNvCxnSpPr>
            <a:cxnSpLocks/>
          </p:cNvCxnSpPr>
          <p:nvPr/>
        </p:nvCxnSpPr>
        <p:spPr>
          <a:xfrm>
            <a:off x="9427674" y="191935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FACA3E7D-912A-1429-3F46-E17A21856184}"/>
              </a:ext>
            </a:extLst>
          </p:cNvPr>
          <p:cNvCxnSpPr>
            <a:cxnSpLocks/>
            <a:stCxn id="53" idx="2"/>
          </p:cNvCxnSpPr>
          <p:nvPr/>
        </p:nvCxnSpPr>
        <p:spPr>
          <a:xfrm>
            <a:off x="11009666"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 name="Content Placeholder 2">
            <a:extLst>
              <a:ext uri="{FF2B5EF4-FFF2-40B4-BE49-F238E27FC236}">
                <a16:creationId xmlns:a16="http://schemas.microsoft.com/office/drawing/2014/main" id="{9CD8C702-161B-6C6E-0B73-2431B9DC69F0}"/>
              </a:ext>
            </a:extLst>
          </p:cNvPr>
          <p:cNvSpPr txBox="1">
            <a:spLocks/>
          </p:cNvSpPr>
          <p:nvPr/>
        </p:nvSpPr>
        <p:spPr>
          <a:xfrm>
            <a:off x="7295739" y="219056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53" name="Process 108">
            <a:extLst>
              <a:ext uri="{FF2B5EF4-FFF2-40B4-BE49-F238E27FC236}">
                <a16:creationId xmlns:a16="http://schemas.microsoft.com/office/drawing/2014/main" id="{13DDAB82-3002-0204-B4D2-1C9E1DE3400D}"/>
              </a:ext>
            </a:extLst>
          </p:cNvPr>
          <p:cNvSpPr/>
          <p:nvPr/>
        </p:nvSpPr>
        <p:spPr>
          <a:xfrm>
            <a:off x="10474996"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3" name="TextBox 2">
            <a:extLst>
              <a:ext uri="{FF2B5EF4-FFF2-40B4-BE49-F238E27FC236}">
                <a16:creationId xmlns:a16="http://schemas.microsoft.com/office/drawing/2014/main" id="{910E3A8F-60DA-4038-46A4-B2C38C1C14AF}"/>
              </a:ext>
            </a:extLst>
          </p:cNvPr>
          <p:cNvSpPr txBox="1"/>
          <p:nvPr/>
        </p:nvSpPr>
        <p:spPr>
          <a:xfrm>
            <a:off x="10720959" y="8322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4" name="Rectangle 3">
            <a:extLst>
              <a:ext uri="{FF2B5EF4-FFF2-40B4-BE49-F238E27FC236}">
                <a16:creationId xmlns:a16="http://schemas.microsoft.com/office/drawing/2014/main" id="{1A33FF22-9A54-3D44-D47E-1AAA24803F5B}"/>
              </a:ext>
            </a:extLst>
          </p:cNvPr>
          <p:cNvSpPr/>
          <p:nvPr/>
        </p:nvSpPr>
        <p:spPr>
          <a:xfrm>
            <a:off x="1404490" y="408784"/>
            <a:ext cx="5365218"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pic>
        <p:nvPicPr>
          <p:cNvPr id="9" name="Picture 8">
            <a:extLst>
              <a:ext uri="{FF2B5EF4-FFF2-40B4-BE49-F238E27FC236}">
                <a16:creationId xmlns:a16="http://schemas.microsoft.com/office/drawing/2014/main" id="{E270CD59-6EB5-F4A0-872D-FD6343AC74F3}"/>
              </a:ext>
            </a:extLst>
          </p:cNvPr>
          <p:cNvPicPr>
            <a:picLocks noChangeAspect="1"/>
          </p:cNvPicPr>
          <p:nvPr/>
        </p:nvPicPr>
        <p:blipFill>
          <a:blip r:embed="rId6"/>
          <a:stretch>
            <a:fillRect/>
          </a:stretch>
        </p:blipFill>
        <p:spPr>
          <a:xfrm>
            <a:off x="693775" y="505238"/>
            <a:ext cx="371504" cy="471311"/>
          </a:xfrm>
          <a:prstGeom prst="rect">
            <a:avLst/>
          </a:prstGeom>
        </p:spPr>
      </p:pic>
      <p:sp>
        <p:nvSpPr>
          <p:cNvPr id="11" name="Content Placeholder 2">
            <a:extLst>
              <a:ext uri="{FF2B5EF4-FFF2-40B4-BE49-F238E27FC236}">
                <a16:creationId xmlns:a16="http://schemas.microsoft.com/office/drawing/2014/main" id="{5AC18CA9-AFAB-45E0-A80D-9D5E5ECD78EF}"/>
              </a:ext>
            </a:extLst>
          </p:cNvPr>
          <p:cNvSpPr txBox="1">
            <a:spLocks/>
          </p:cNvSpPr>
          <p:nvPr/>
        </p:nvSpPr>
        <p:spPr>
          <a:xfrm>
            <a:off x="1737048" y="463292"/>
            <a:ext cx="5365218"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3" name="Straight Arrow Connector 12">
            <a:extLst>
              <a:ext uri="{FF2B5EF4-FFF2-40B4-BE49-F238E27FC236}">
                <a16:creationId xmlns:a16="http://schemas.microsoft.com/office/drawing/2014/main" id="{F3088CA1-C7EC-6FF0-EC31-72466FAF3F5C}"/>
              </a:ext>
            </a:extLst>
          </p:cNvPr>
          <p:cNvCxnSpPr>
            <a:cxnSpLocks/>
            <a:endCxn id="36" idx="1"/>
          </p:cNvCxnSpPr>
          <p:nvPr/>
        </p:nvCxnSpPr>
        <p:spPr>
          <a:xfrm flipV="1">
            <a:off x="2438774" y="1030282"/>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B1298D20-195C-06BE-6A8C-61C67302495B}"/>
              </a:ext>
            </a:extLst>
          </p:cNvPr>
          <p:cNvCxnSpPr>
            <a:cxnSpLocks/>
            <a:stCxn id="36" idx="3"/>
            <a:endCxn id="37" idx="1"/>
          </p:cNvCxnSpPr>
          <p:nvPr/>
        </p:nvCxnSpPr>
        <p:spPr>
          <a:xfrm>
            <a:off x="4087572" y="1030282"/>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D28F7629-7BDA-2F9A-9700-F4B0609FA8C5}"/>
              </a:ext>
            </a:extLst>
          </p:cNvPr>
          <p:cNvCxnSpPr>
            <a:cxnSpLocks/>
            <a:stCxn id="37" idx="3"/>
          </p:cNvCxnSpPr>
          <p:nvPr/>
        </p:nvCxnSpPr>
        <p:spPr>
          <a:xfrm flipV="1">
            <a:off x="5682201" y="1028513"/>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41F403C7-388A-2DBA-B3DE-4E35FD6769DC}"/>
              </a:ext>
            </a:extLst>
          </p:cNvPr>
          <p:cNvSpPr/>
          <p:nvPr/>
        </p:nvSpPr>
        <p:spPr>
          <a:xfrm>
            <a:off x="1043580" y="458076"/>
            <a:ext cx="529177" cy="2116512"/>
          </a:xfrm>
          <a:prstGeom prst="rightBrace">
            <a:avLst>
              <a:gd name="adj1" fmla="val 0"/>
              <a:gd name="adj2" fmla="val 30074"/>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992134D4-C47C-3AB5-8C92-1BE5BB05C252}"/>
              </a:ext>
            </a:extLst>
          </p:cNvPr>
          <p:cNvPicPr>
            <a:picLocks noChangeAspect="1"/>
          </p:cNvPicPr>
          <p:nvPr/>
        </p:nvPicPr>
        <p:blipFill>
          <a:blip r:embed="rId7"/>
          <a:stretch>
            <a:fillRect/>
          </a:stretch>
        </p:blipFill>
        <p:spPr>
          <a:xfrm>
            <a:off x="703762" y="1412784"/>
            <a:ext cx="354609" cy="323203"/>
          </a:xfrm>
          <a:prstGeom prst="rect">
            <a:avLst/>
          </a:prstGeom>
        </p:spPr>
      </p:pic>
      <p:pic>
        <p:nvPicPr>
          <p:cNvPr id="28" name="Picture 27">
            <a:extLst>
              <a:ext uri="{FF2B5EF4-FFF2-40B4-BE49-F238E27FC236}">
                <a16:creationId xmlns:a16="http://schemas.microsoft.com/office/drawing/2014/main" id="{426AC0D0-4066-D827-5D9A-0E34212F4AE8}"/>
              </a:ext>
            </a:extLst>
          </p:cNvPr>
          <p:cNvPicPr>
            <a:picLocks noChangeAspect="1"/>
          </p:cNvPicPr>
          <p:nvPr/>
        </p:nvPicPr>
        <p:blipFill>
          <a:blip r:embed="rId8"/>
          <a:stretch>
            <a:fillRect/>
          </a:stretch>
        </p:blipFill>
        <p:spPr>
          <a:xfrm>
            <a:off x="678079" y="2145603"/>
            <a:ext cx="405975" cy="194161"/>
          </a:xfrm>
          <a:prstGeom prst="rect">
            <a:avLst/>
          </a:prstGeom>
        </p:spPr>
      </p:pic>
      <p:sp>
        <p:nvSpPr>
          <p:cNvPr id="31" name="TextBox 30">
            <a:extLst>
              <a:ext uri="{FF2B5EF4-FFF2-40B4-BE49-F238E27FC236}">
                <a16:creationId xmlns:a16="http://schemas.microsoft.com/office/drawing/2014/main" id="{1A222AF2-4978-8002-451A-D1CD9D35CCDE}"/>
              </a:ext>
            </a:extLst>
          </p:cNvPr>
          <p:cNvSpPr txBox="1"/>
          <p:nvPr/>
        </p:nvSpPr>
        <p:spPr>
          <a:xfrm>
            <a:off x="516409" y="1018830"/>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51C76F2-CBE7-270C-ECDA-CD9614EF505A}"/>
              </a:ext>
            </a:extLst>
          </p:cNvPr>
          <p:cNvSpPr txBox="1"/>
          <p:nvPr/>
        </p:nvSpPr>
        <p:spPr>
          <a:xfrm>
            <a:off x="516409" y="178063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48FD3331-4606-4878-0B82-EE088D4F0390}"/>
              </a:ext>
            </a:extLst>
          </p:cNvPr>
          <p:cNvSpPr txBox="1"/>
          <p:nvPr/>
        </p:nvSpPr>
        <p:spPr>
          <a:xfrm>
            <a:off x="516409" y="239144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FF29930D-42D0-D34D-24EA-4CE064883B5A}"/>
              </a:ext>
            </a:extLst>
          </p:cNvPr>
          <p:cNvSpPr/>
          <p:nvPr/>
        </p:nvSpPr>
        <p:spPr>
          <a:xfrm>
            <a:off x="1574364" y="811305"/>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6" name="Process 105">
            <a:extLst>
              <a:ext uri="{FF2B5EF4-FFF2-40B4-BE49-F238E27FC236}">
                <a16:creationId xmlns:a16="http://schemas.microsoft.com/office/drawing/2014/main" id="{3583CFB3-DF68-C00E-BE44-EB80825C261F}"/>
              </a:ext>
            </a:extLst>
          </p:cNvPr>
          <p:cNvSpPr/>
          <p:nvPr/>
        </p:nvSpPr>
        <p:spPr>
          <a:xfrm>
            <a:off x="3115572" y="811305"/>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1DD68BB4-19BB-5246-1974-43CE5EAE5946}"/>
              </a:ext>
            </a:extLst>
          </p:cNvPr>
          <p:cNvSpPr/>
          <p:nvPr/>
        </p:nvSpPr>
        <p:spPr>
          <a:xfrm>
            <a:off x="4778881" y="816301"/>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5734ADEC-E756-8F3D-5D62-FE3398200B0B}"/>
              </a:ext>
            </a:extLst>
          </p:cNvPr>
          <p:cNvSpPr txBox="1"/>
          <p:nvPr/>
        </p:nvSpPr>
        <p:spPr>
          <a:xfrm>
            <a:off x="5774505" y="83072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8E61A5EA-AD2F-D465-BEA2-F96B1B681CCE}"/>
              </a:ext>
            </a:extLst>
          </p:cNvPr>
          <p:cNvCxnSpPr>
            <a:cxnSpLocks/>
          </p:cNvCxnSpPr>
          <p:nvPr/>
        </p:nvCxnSpPr>
        <p:spPr>
          <a:xfrm>
            <a:off x="4411302" y="102940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2" name="Process 108">
            <a:extLst>
              <a:ext uri="{FF2B5EF4-FFF2-40B4-BE49-F238E27FC236}">
                <a16:creationId xmlns:a16="http://schemas.microsoft.com/office/drawing/2014/main" id="{2F0DD8AF-D003-DE72-4EE2-48E4FD497D31}"/>
              </a:ext>
            </a:extLst>
          </p:cNvPr>
          <p:cNvSpPr/>
          <p:nvPr/>
        </p:nvSpPr>
        <p:spPr>
          <a:xfrm>
            <a:off x="3881185"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84" name="Straight Arrow Connector 83">
            <a:extLst>
              <a:ext uri="{FF2B5EF4-FFF2-40B4-BE49-F238E27FC236}">
                <a16:creationId xmlns:a16="http://schemas.microsoft.com/office/drawing/2014/main" id="{6B84F60A-5E15-0AEC-FA22-F7517C7CB037}"/>
              </a:ext>
            </a:extLst>
          </p:cNvPr>
          <p:cNvCxnSpPr>
            <a:cxnSpLocks/>
          </p:cNvCxnSpPr>
          <p:nvPr/>
        </p:nvCxnSpPr>
        <p:spPr>
          <a:xfrm>
            <a:off x="5999923" y="1029405"/>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1" name="Process 108">
            <a:extLst>
              <a:ext uri="{FF2B5EF4-FFF2-40B4-BE49-F238E27FC236}">
                <a16:creationId xmlns:a16="http://schemas.microsoft.com/office/drawing/2014/main" id="{06E21BAF-2E95-6ADD-A2C6-DB4938CF80D6}"/>
              </a:ext>
            </a:extLst>
          </p:cNvPr>
          <p:cNvSpPr/>
          <p:nvPr/>
        </p:nvSpPr>
        <p:spPr>
          <a:xfrm>
            <a:off x="2240601" y="152115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p>
        </p:txBody>
      </p:sp>
      <p:pic>
        <p:nvPicPr>
          <p:cNvPr id="94" name="Picture 8">
            <a:extLst>
              <a:ext uri="{FF2B5EF4-FFF2-40B4-BE49-F238E27FC236}">
                <a16:creationId xmlns:a16="http://schemas.microsoft.com/office/drawing/2014/main" id="{77389D04-053E-7DB2-A310-72FD839959F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215895" y="2799715"/>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10">
            <a:extLst>
              <a:ext uri="{FF2B5EF4-FFF2-40B4-BE49-F238E27FC236}">
                <a16:creationId xmlns:a16="http://schemas.microsoft.com/office/drawing/2014/main" id="{5306806C-B97C-1A0B-0C5E-983ADE1C25A4}"/>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4899014" y="2847485"/>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99" name="Process 108">
            <a:extLst>
              <a:ext uri="{FF2B5EF4-FFF2-40B4-BE49-F238E27FC236}">
                <a16:creationId xmlns:a16="http://schemas.microsoft.com/office/drawing/2014/main" id="{AF065D41-7329-F466-70F4-61C6BFBF7E42}"/>
              </a:ext>
            </a:extLst>
          </p:cNvPr>
          <p:cNvSpPr/>
          <p:nvPr/>
        </p:nvSpPr>
        <p:spPr>
          <a:xfrm>
            <a:off x="2238790" y="2081058"/>
            <a:ext cx="4281981"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0" name="Straight Arrow Connector 99">
            <a:extLst>
              <a:ext uri="{FF2B5EF4-FFF2-40B4-BE49-F238E27FC236}">
                <a16:creationId xmlns:a16="http://schemas.microsoft.com/office/drawing/2014/main" id="{738385BA-1C92-5135-960A-487C2B22C0DF}"/>
              </a:ext>
            </a:extLst>
          </p:cNvPr>
          <p:cNvCxnSpPr>
            <a:cxnSpLocks/>
          </p:cNvCxnSpPr>
          <p:nvPr/>
        </p:nvCxnSpPr>
        <p:spPr>
          <a:xfrm>
            <a:off x="4417931" y="192260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3CB646D2-1314-5570-907C-E7414B4484DE}"/>
              </a:ext>
            </a:extLst>
          </p:cNvPr>
          <p:cNvCxnSpPr>
            <a:cxnSpLocks/>
            <a:stCxn id="104" idx="2"/>
          </p:cNvCxnSpPr>
          <p:nvPr/>
        </p:nvCxnSpPr>
        <p:spPr>
          <a:xfrm>
            <a:off x="5999923" y="191286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290082E8-6186-6DCF-ADD6-0B690992357D}"/>
              </a:ext>
            </a:extLst>
          </p:cNvPr>
          <p:cNvSpPr txBox="1">
            <a:spLocks/>
          </p:cNvSpPr>
          <p:nvPr/>
        </p:nvSpPr>
        <p:spPr>
          <a:xfrm>
            <a:off x="2285996" y="2193813"/>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310CD900-EB74-C3D6-8A09-1F8BE383BE43}"/>
              </a:ext>
            </a:extLst>
          </p:cNvPr>
          <p:cNvSpPr/>
          <p:nvPr/>
        </p:nvSpPr>
        <p:spPr>
          <a:xfrm>
            <a:off x="5465253" y="151790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05" name="Arrow: Down 104">
            <a:extLst>
              <a:ext uri="{FF2B5EF4-FFF2-40B4-BE49-F238E27FC236}">
                <a16:creationId xmlns:a16="http://schemas.microsoft.com/office/drawing/2014/main" id="{F2D185F4-215C-7995-1342-A6828436C7A4}"/>
              </a:ext>
            </a:extLst>
          </p:cNvPr>
          <p:cNvSpPr/>
          <p:nvPr/>
        </p:nvSpPr>
        <p:spPr>
          <a:xfrm>
            <a:off x="4299623" y="2475328"/>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7A3D4570-69B6-C2F9-B9FB-76A765F8E0D4}"/>
              </a:ext>
            </a:extLst>
          </p:cNvPr>
          <p:cNvCxnSpPr>
            <a:cxnSpLocks/>
          </p:cNvCxnSpPr>
          <p:nvPr/>
        </p:nvCxnSpPr>
        <p:spPr>
          <a:xfrm>
            <a:off x="2786782" y="1032651"/>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082E654F-9929-4844-3B1B-21899504F6B4}"/>
              </a:ext>
            </a:extLst>
          </p:cNvPr>
          <p:cNvCxnSpPr>
            <a:cxnSpLocks/>
          </p:cNvCxnSpPr>
          <p:nvPr/>
        </p:nvCxnSpPr>
        <p:spPr>
          <a:xfrm>
            <a:off x="2793411" y="1925845"/>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0" name="Content Placeholder 2">
            <a:extLst>
              <a:ext uri="{FF2B5EF4-FFF2-40B4-BE49-F238E27FC236}">
                <a16:creationId xmlns:a16="http://schemas.microsoft.com/office/drawing/2014/main" id="{4DED0893-4A4B-53CE-D781-A353CBC211A6}"/>
              </a:ext>
            </a:extLst>
          </p:cNvPr>
          <p:cNvSpPr txBox="1">
            <a:spLocks/>
          </p:cNvSpPr>
          <p:nvPr/>
        </p:nvSpPr>
        <p:spPr>
          <a:xfrm>
            <a:off x="2358791" y="2798259"/>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41" name="Process 108">
            <a:extLst>
              <a:ext uri="{FF2B5EF4-FFF2-40B4-BE49-F238E27FC236}">
                <a16:creationId xmlns:a16="http://schemas.microsoft.com/office/drawing/2014/main" id="{4588CD56-37D3-5B8C-8DA4-732747C3DE5F}"/>
              </a:ext>
            </a:extLst>
          </p:cNvPr>
          <p:cNvSpPr/>
          <p:nvPr/>
        </p:nvSpPr>
        <p:spPr>
          <a:xfrm>
            <a:off x="7249007" y="2764678"/>
            <a:ext cx="4281507"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43" name="Graphic 42">
            <a:extLst>
              <a:ext uri="{FF2B5EF4-FFF2-40B4-BE49-F238E27FC236}">
                <a16:creationId xmlns:a16="http://schemas.microsoft.com/office/drawing/2014/main" id="{1E35D9BF-28FF-38BC-26E1-97B23F09972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647582" y="2826095"/>
            <a:ext cx="295163" cy="310398"/>
          </a:xfrm>
          <a:prstGeom prst="rect">
            <a:avLst/>
          </a:prstGeom>
        </p:spPr>
      </p:pic>
      <p:pic>
        <p:nvPicPr>
          <p:cNvPr id="44" name="Picture 8">
            <a:extLst>
              <a:ext uri="{FF2B5EF4-FFF2-40B4-BE49-F238E27FC236}">
                <a16:creationId xmlns:a16="http://schemas.microsoft.com/office/drawing/2014/main" id="{0EEA9A8E-4E1C-B8B0-2559-AAF4D7ECCBCA}"/>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232122" y="2802960"/>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0">
            <a:extLst>
              <a:ext uri="{FF2B5EF4-FFF2-40B4-BE49-F238E27FC236}">
                <a16:creationId xmlns:a16="http://schemas.microsoft.com/office/drawing/2014/main" id="{3822816D-AF3C-1609-2CD7-C24A07ACACFC}"/>
              </a:ext>
            </a:extLst>
          </p:cNvPr>
          <p:cNvPicPr>
            <a:picLocks noChangeAspect="1" noChangeArrowheads="1"/>
          </p:cNvPicPr>
          <p:nvPr/>
        </p:nvPicPr>
        <p:blipFill>
          <a:blip r:embed="rId10">
            <a:extLst>
              <a:ext uri="{28A0092B-C50C-407E-A947-70E740481C1C}">
                <a14:useLocalDpi xmlns:a14="http://schemas.microsoft.com/office/drawing/2010/main" val="0"/>
              </a:ext>
            </a:extLst>
          </a:blip>
          <a:srcRect/>
          <a:stretch>
            <a:fillRect/>
          </a:stretch>
        </p:blipFill>
        <p:spPr bwMode="auto">
          <a:xfrm>
            <a:off x="9915241" y="2850730"/>
            <a:ext cx="583660" cy="280157"/>
          </a:xfrm>
          <a:prstGeom prst="rect">
            <a:avLst/>
          </a:prstGeom>
          <a:noFill/>
          <a:extLst>
            <a:ext uri="{909E8E84-426E-40DD-AFC4-6F175D3DCCD1}">
              <a14:hiddenFill xmlns:a14="http://schemas.microsoft.com/office/drawing/2010/main">
                <a:solidFill>
                  <a:srgbClr val="FFFFFF"/>
                </a:solidFill>
              </a14:hiddenFill>
            </a:ext>
          </a:extLst>
        </p:spPr>
      </p:pic>
      <p:sp>
        <p:nvSpPr>
          <p:cNvPr id="47" name="Content Placeholder 2">
            <a:extLst>
              <a:ext uri="{FF2B5EF4-FFF2-40B4-BE49-F238E27FC236}">
                <a16:creationId xmlns:a16="http://schemas.microsoft.com/office/drawing/2014/main" id="{089487E8-0C57-55CF-30D5-B121A4489958}"/>
              </a:ext>
            </a:extLst>
          </p:cNvPr>
          <p:cNvSpPr txBox="1">
            <a:spLocks/>
          </p:cNvSpPr>
          <p:nvPr/>
        </p:nvSpPr>
        <p:spPr>
          <a:xfrm>
            <a:off x="7375018" y="2801504"/>
            <a:ext cx="250685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FILE </a:t>
            </a:r>
            <a:b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b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ACCESS</a:t>
            </a:r>
          </a:p>
        </p:txBody>
      </p:sp>
      <p:sp>
        <p:nvSpPr>
          <p:cNvPr id="10" name="Rectangle 9">
            <a:extLst>
              <a:ext uri="{FF2B5EF4-FFF2-40B4-BE49-F238E27FC236}">
                <a16:creationId xmlns:a16="http://schemas.microsoft.com/office/drawing/2014/main" id="{020A1548-6132-A721-3346-FDD9CB6D59F8}"/>
              </a:ext>
            </a:extLst>
          </p:cNvPr>
          <p:cNvSpPr/>
          <p:nvPr/>
        </p:nvSpPr>
        <p:spPr>
          <a:xfrm>
            <a:off x="22554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939106D3-6AE6-8A2A-318C-B441C5C00F59}"/>
              </a:ext>
            </a:extLst>
          </p:cNvPr>
          <p:cNvSpPr/>
          <p:nvPr/>
        </p:nvSpPr>
        <p:spPr>
          <a:xfrm>
            <a:off x="22554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7EB901B2-2C2B-347E-6B62-F2E7DBE09256}"/>
              </a:ext>
            </a:extLst>
          </p:cNvPr>
          <p:cNvSpPr/>
          <p:nvPr/>
        </p:nvSpPr>
        <p:spPr>
          <a:xfrm>
            <a:off x="2255474" y="4017523"/>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F0739FC1-0523-070C-195E-F3CC16648475}"/>
              </a:ext>
            </a:extLst>
          </p:cNvPr>
          <p:cNvSpPr/>
          <p:nvPr/>
        </p:nvSpPr>
        <p:spPr>
          <a:xfrm>
            <a:off x="2255475" y="461739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30168EAB-594E-BCE4-7C71-897A0D6C8532}"/>
              </a:ext>
            </a:extLst>
          </p:cNvPr>
          <p:cNvSpPr/>
          <p:nvPr/>
        </p:nvSpPr>
        <p:spPr>
          <a:xfrm>
            <a:off x="2255475" y="481843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ADA081-3497-DB60-2C3A-701D9FDBCF75}"/>
              </a:ext>
            </a:extLst>
          </p:cNvPr>
          <p:cNvSpPr/>
          <p:nvPr/>
        </p:nvSpPr>
        <p:spPr>
          <a:xfrm>
            <a:off x="2255475" y="5019473"/>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20ECAF6B-C63C-614E-8ADA-2A9AA5A2D421}"/>
              </a:ext>
            </a:extLst>
          </p:cNvPr>
          <p:cNvSpPr/>
          <p:nvPr/>
        </p:nvSpPr>
        <p:spPr>
          <a:xfrm>
            <a:off x="2255474" y="563231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8E4C0D1-0989-EF91-411C-4A411E2903E0}"/>
              </a:ext>
            </a:extLst>
          </p:cNvPr>
          <p:cNvSpPr/>
          <p:nvPr/>
        </p:nvSpPr>
        <p:spPr>
          <a:xfrm>
            <a:off x="2255474" y="583335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D3979F7B-267B-6A24-8AA1-52746E2A98D3}"/>
              </a:ext>
            </a:extLst>
          </p:cNvPr>
          <p:cNvCxnSpPr>
            <a:cxnSpLocks/>
          </p:cNvCxnSpPr>
          <p:nvPr/>
        </p:nvCxnSpPr>
        <p:spPr>
          <a:xfrm>
            <a:off x="2255474"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0C097AE7-F084-1F1D-B471-951D1351CB8D}"/>
              </a:ext>
            </a:extLst>
          </p:cNvPr>
          <p:cNvCxnSpPr>
            <a:cxnSpLocks/>
          </p:cNvCxnSpPr>
          <p:nvPr/>
        </p:nvCxnSpPr>
        <p:spPr>
          <a:xfrm>
            <a:off x="3211506" y="6034391"/>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1DD1320C-B157-255A-0372-A99BF526A480}"/>
              </a:ext>
            </a:extLst>
          </p:cNvPr>
          <p:cNvSpPr/>
          <p:nvPr/>
        </p:nvSpPr>
        <p:spPr>
          <a:xfrm>
            <a:off x="3864214" y="361802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797B6730-D1D2-CE79-E308-000CBB83ACF8}"/>
              </a:ext>
            </a:extLst>
          </p:cNvPr>
          <p:cNvSpPr/>
          <p:nvPr/>
        </p:nvSpPr>
        <p:spPr>
          <a:xfrm>
            <a:off x="3864214" y="381906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26FC5FF1-D4F4-53B4-5C6A-03540A0E39A1}"/>
              </a:ext>
            </a:extLst>
          </p:cNvPr>
          <p:cNvSpPr/>
          <p:nvPr/>
        </p:nvSpPr>
        <p:spPr>
          <a:xfrm>
            <a:off x="3864214" y="4020101"/>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DCB566B-F529-4A68-65A4-E0777456071C}"/>
              </a:ext>
            </a:extLst>
          </p:cNvPr>
          <p:cNvSpPr/>
          <p:nvPr/>
        </p:nvSpPr>
        <p:spPr>
          <a:xfrm>
            <a:off x="3867459" y="4431910"/>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CC29297E-A5D1-1F88-2BA5-C7BCF226B3A3}"/>
              </a:ext>
            </a:extLst>
          </p:cNvPr>
          <p:cNvSpPr/>
          <p:nvPr/>
        </p:nvSpPr>
        <p:spPr>
          <a:xfrm>
            <a:off x="3867459" y="4632948"/>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260E83ED-6C5C-37D4-51CA-941635406E59}"/>
              </a:ext>
            </a:extLst>
          </p:cNvPr>
          <p:cNvSpPr/>
          <p:nvPr/>
        </p:nvSpPr>
        <p:spPr>
          <a:xfrm>
            <a:off x="3867459" y="4833985"/>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A3435C88-301E-DABA-91D9-3641A1300C84}"/>
              </a:ext>
            </a:extLst>
          </p:cNvPr>
          <p:cNvSpPr/>
          <p:nvPr/>
        </p:nvSpPr>
        <p:spPr>
          <a:xfrm>
            <a:off x="3864214" y="523930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F7210535-4A58-3BF5-A471-A2AC44E889BD}"/>
              </a:ext>
            </a:extLst>
          </p:cNvPr>
          <p:cNvSpPr/>
          <p:nvPr/>
        </p:nvSpPr>
        <p:spPr>
          <a:xfrm>
            <a:off x="3864214" y="544034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EFE8C3D-82F6-5AC5-A481-6A94B9E4CED6}"/>
              </a:ext>
            </a:extLst>
          </p:cNvPr>
          <p:cNvCxnSpPr>
            <a:cxnSpLocks/>
          </p:cNvCxnSpPr>
          <p:nvPr/>
        </p:nvCxnSpPr>
        <p:spPr>
          <a:xfrm>
            <a:off x="3864214"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347871FF-983C-502F-57AF-5A2E9E25AB57}"/>
              </a:ext>
            </a:extLst>
          </p:cNvPr>
          <p:cNvCxnSpPr>
            <a:cxnSpLocks/>
          </p:cNvCxnSpPr>
          <p:nvPr/>
        </p:nvCxnSpPr>
        <p:spPr>
          <a:xfrm>
            <a:off x="4820246" y="5641383"/>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F5233611-2751-39EC-9F66-3FFEA4D6589D}"/>
              </a:ext>
            </a:extLst>
          </p:cNvPr>
          <p:cNvCxnSpPr>
            <a:cxnSpLocks/>
            <a:stCxn id="10" idx="3"/>
            <a:endCxn id="68" idx="1"/>
          </p:cNvCxnSpPr>
          <p:nvPr/>
        </p:nvCxnSpPr>
        <p:spPr>
          <a:xfrm>
            <a:off x="3211506" y="3715967"/>
            <a:ext cx="65270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FDA0013D-B902-6C67-D0C7-4DE5E295A204}"/>
              </a:ext>
            </a:extLst>
          </p:cNvPr>
          <p:cNvSpPr/>
          <p:nvPr/>
        </p:nvSpPr>
        <p:spPr>
          <a:xfrm>
            <a:off x="5482674" y="361544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1700A91A-9315-BADD-D7F3-0910D5DAE57C}"/>
              </a:ext>
            </a:extLst>
          </p:cNvPr>
          <p:cNvSpPr/>
          <p:nvPr/>
        </p:nvSpPr>
        <p:spPr>
          <a:xfrm>
            <a:off x="5482674" y="381648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A6C2487F-E71F-6A6B-99B2-4739AED31521}"/>
              </a:ext>
            </a:extLst>
          </p:cNvPr>
          <p:cNvSpPr/>
          <p:nvPr/>
        </p:nvSpPr>
        <p:spPr>
          <a:xfrm>
            <a:off x="5482674" y="4017523"/>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0F0B6B26-A1CB-4ABD-C142-7E8E65E58C14}"/>
              </a:ext>
            </a:extLst>
          </p:cNvPr>
          <p:cNvSpPr/>
          <p:nvPr/>
        </p:nvSpPr>
        <p:spPr>
          <a:xfrm>
            <a:off x="5482675" y="4520123"/>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12797E80-34CD-71E5-8BD7-367C016FD9BD}"/>
              </a:ext>
            </a:extLst>
          </p:cNvPr>
          <p:cNvSpPr/>
          <p:nvPr/>
        </p:nvSpPr>
        <p:spPr>
          <a:xfrm>
            <a:off x="5482675" y="4721161"/>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A57BBDFC-D845-60D2-24C3-44406E74B90F}"/>
              </a:ext>
            </a:extLst>
          </p:cNvPr>
          <p:cNvSpPr/>
          <p:nvPr/>
        </p:nvSpPr>
        <p:spPr>
          <a:xfrm>
            <a:off x="5482675" y="4922198"/>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E87E5BED-4493-2C05-3652-AEB73CED98B2}"/>
              </a:ext>
            </a:extLst>
          </p:cNvPr>
          <p:cNvSpPr/>
          <p:nvPr/>
        </p:nvSpPr>
        <p:spPr>
          <a:xfrm>
            <a:off x="5482674" y="548316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46BC0FDF-7DB6-B803-2A6E-63F1E37DD0B4}"/>
              </a:ext>
            </a:extLst>
          </p:cNvPr>
          <p:cNvSpPr/>
          <p:nvPr/>
        </p:nvSpPr>
        <p:spPr>
          <a:xfrm>
            <a:off x="5482674" y="568419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752F3B9D-2D32-675F-4DA1-48EFD3CC48D6}"/>
              </a:ext>
            </a:extLst>
          </p:cNvPr>
          <p:cNvCxnSpPr>
            <a:cxnSpLocks/>
          </p:cNvCxnSpPr>
          <p:nvPr/>
        </p:nvCxnSpPr>
        <p:spPr>
          <a:xfrm>
            <a:off x="5482674"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F20C551C-6509-F2F3-EAA6-C99E9B9531C0}"/>
              </a:ext>
            </a:extLst>
          </p:cNvPr>
          <p:cNvCxnSpPr>
            <a:cxnSpLocks/>
          </p:cNvCxnSpPr>
          <p:nvPr/>
        </p:nvCxnSpPr>
        <p:spPr>
          <a:xfrm>
            <a:off x="6438706" y="588523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E8C3D968-79C9-6185-1607-256F3EB0683D}"/>
              </a:ext>
            </a:extLst>
          </p:cNvPr>
          <p:cNvCxnSpPr>
            <a:cxnSpLocks/>
            <a:stCxn id="68" idx="3"/>
            <a:endCxn id="81" idx="1"/>
          </p:cNvCxnSpPr>
          <p:nvPr/>
        </p:nvCxnSpPr>
        <p:spPr>
          <a:xfrm flipV="1">
            <a:off x="4820246" y="3715967"/>
            <a:ext cx="6624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026B11E0-7803-F9D4-F97D-E174AFCE7165}"/>
              </a:ext>
            </a:extLst>
          </p:cNvPr>
          <p:cNvCxnSpPr>
            <a:cxnSpLocks/>
            <a:endCxn id="71" idx="1"/>
          </p:cNvCxnSpPr>
          <p:nvPr/>
        </p:nvCxnSpPr>
        <p:spPr>
          <a:xfrm flipV="1">
            <a:off x="3211506" y="4532429"/>
            <a:ext cx="655953" cy="182911"/>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5A9A8937-DE11-DE22-B6D0-2C4906E514A1}"/>
              </a:ext>
            </a:extLst>
          </p:cNvPr>
          <p:cNvCxnSpPr>
            <a:cxnSpLocks/>
            <a:stCxn id="29" idx="3"/>
          </p:cNvCxnSpPr>
          <p:nvPr/>
        </p:nvCxnSpPr>
        <p:spPr>
          <a:xfrm flipV="1">
            <a:off x="3211506" y="5348891"/>
            <a:ext cx="655953" cy="38394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18E45B26-2158-193E-5789-868DFE118919}"/>
              </a:ext>
            </a:extLst>
          </p:cNvPr>
          <p:cNvCxnSpPr>
            <a:cxnSpLocks/>
            <a:endCxn id="89" idx="1"/>
          </p:cNvCxnSpPr>
          <p:nvPr/>
        </p:nvCxnSpPr>
        <p:spPr>
          <a:xfrm>
            <a:off x="4826731" y="5336848"/>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6F9EADE-1B5B-B0FC-AE02-2557FAD7C0E2}"/>
              </a:ext>
            </a:extLst>
          </p:cNvPr>
          <p:cNvCxnSpPr>
            <a:cxnSpLocks/>
            <a:endCxn id="86" idx="1"/>
          </p:cNvCxnSpPr>
          <p:nvPr/>
        </p:nvCxnSpPr>
        <p:spPr>
          <a:xfrm>
            <a:off x="4833216" y="4509532"/>
            <a:ext cx="649459" cy="111110"/>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CB888788-1031-E381-08D2-3E28972A435A}"/>
              </a:ext>
            </a:extLst>
          </p:cNvPr>
          <p:cNvSpPr txBox="1"/>
          <p:nvPr/>
        </p:nvSpPr>
        <p:spPr>
          <a:xfrm>
            <a:off x="2240601" y="3323892"/>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18B2356-EB7C-E24E-3F96-AD3556D6BA8B}"/>
              </a:ext>
            </a:extLst>
          </p:cNvPr>
          <p:cNvSpPr txBox="1"/>
          <p:nvPr/>
        </p:nvSpPr>
        <p:spPr>
          <a:xfrm>
            <a:off x="3818555" y="3339490"/>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SCoutput.0.sds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377BA555-BF00-28F6-6CF6-84B443C85311}"/>
              </a:ext>
            </a:extLst>
          </p:cNvPr>
          <p:cNvSpPr txBox="1"/>
          <p:nvPr/>
        </p:nvSpPr>
        <p:spPr>
          <a:xfrm>
            <a:off x="5433807" y="3348363"/>
            <a:ext cx="1067487"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MLoutput.0.sds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5" name="TextBox 4">
            <a:extLst>
              <a:ext uri="{FF2B5EF4-FFF2-40B4-BE49-F238E27FC236}">
                <a16:creationId xmlns:a16="http://schemas.microsoft.com/office/drawing/2014/main" id="{3867E21C-F935-D3DD-1086-F3B191FA4D1E}"/>
              </a:ext>
            </a:extLst>
          </p:cNvPr>
          <p:cNvSpPr txBox="1"/>
          <p:nvPr/>
        </p:nvSpPr>
        <p:spPr>
          <a:xfrm>
            <a:off x="7235415" y="3891356"/>
            <a:ext cx="4424806" cy="1026435"/>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dirty="0">
                <a:solidFill>
                  <a:schemeClr val="tx2"/>
                </a:solidFill>
                <a:latin typeface="+mn-lt"/>
                <a:ea typeface="+mn-ea"/>
              </a:rPr>
              <a:t>Playback: </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err="1">
                <a:solidFill>
                  <a:schemeClr val="tx2"/>
                </a:solidFill>
                <a:latin typeface="+mn-lt"/>
                <a:ea typeface="+mn-ea"/>
              </a:rPr>
              <a:t>SCinput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files are the input (as per </a:t>
            </a:r>
            <a:r>
              <a:rPr lang="en-US" sz="1200" dirty="0" err="1">
                <a:solidFill>
                  <a:schemeClr val="tx2"/>
                </a:solidFill>
                <a:latin typeface="+mn-lt"/>
                <a:ea typeface="+mn-ea"/>
              </a:rPr>
              <a:t>sdsio.yml</a:t>
            </a:r>
            <a:r>
              <a:rPr lang="en-US" sz="1200" dirty="0">
                <a:solidFill>
                  <a:schemeClr val="tx2"/>
                </a:solidFill>
                <a:latin typeface="+mn-lt"/>
                <a:ea typeface="+mn-ea"/>
              </a:rPr>
              <a:t>)</a:t>
            </a:r>
          </a:p>
          <a:p>
            <a:pPr marL="342900" indent="-342900" algn="l" defTabSz="914400" rtl="0" eaLnBrk="1" latinLnBrk="0" hangingPunct="1">
              <a:lnSpc>
                <a:spcPct val="90000"/>
              </a:lnSpc>
              <a:spcBef>
                <a:spcPts val="0"/>
              </a:spcBef>
              <a:spcAft>
                <a:spcPts val="600"/>
              </a:spcAft>
              <a:buFont typeface="Arial" panose="020B0604020202020204" pitchFamily="34" charset="0"/>
              <a:buChar char="•"/>
            </a:pPr>
            <a:r>
              <a:rPr lang="en-US" sz="1200" dirty="0">
                <a:solidFill>
                  <a:schemeClr val="tx2"/>
                </a:solidFill>
                <a:latin typeface="+mn-lt"/>
                <a:ea typeface="+mn-ea"/>
              </a:rPr>
              <a:t>New </a:t>
            </a:r>
            <a:r>
              <a:rPr lang="en-US" sz="1200" dirty="0" err="1">
                <a:solidFill>
                  <a:schemeClr val="tx2"/>
                </a:solidFill>
                <a:latin typeface="+mn-lt"/>
                <a:ea typeface="+mn-ea"/>
              </a:rPr>
              <a:t>SCoutput</a:t>
            </a:r>
            <a:r>
              <a:rPr lang="en-US" sz="1200" dirty="0">
                <a:solidFill>
                  <a:schemeClr val="tx2"/>
                </a:solidFill>
                <a:latin typeface="+mn-lt"/>
                <a:ea typeface="+mn-ea"/>
              </a:rPr>
              <a:t>.*.</a:t>
            </a:r>
            <a:r>
              <a:rPr lang="en-US" sz="1200" dirty="0" err="1">
                <a:solidFill>
                  <a:schemeClr val="tx2"/>
                </a:solidFill>
                <a:latin typeface="+mn-lt"/>
                <a:ea typeface="+mn-ea"/>
              </a:rPr>
              <a:t>sds</a:t>
            </a:r>
            <a:r>
              <a:rPr lang="en-US" sz="1200" dirty="0">
                <a:solidFill>
                  <a:schemeClr val="tx2"/>
                </a:solidFill>
                <a:latin typeface="+mn-lt"/>
                <a:ea typeface="+mn-ea"/>
              </a:rPr>
              <a:t> and </a:t>
            </a:r>
            <a:r>
              <a:rPr lang="en-US" sz="1200" err="1">
                <a:solidFill>
                  <a:schemeClr val="tx2"/>
                </a:solidFill>
                <a:latin typeface="+mn-lt"/>
                <a:ea typeface="+mn-ea"/>
              </a:rPr>
              <a:t>Mloutput</a:t>
            </a:r>
            <a:r>
              <a:rPr lang="en-US" sz="1200">
                <a:solidFill>
                  <a:schemeClr val="tx2"/>
                </a:solidFill>
                <a:latin typeface="+mn-lt"/>
                <a:ea typeface="+mn-ea"/>
              </a:rPr>
              <a:t>.*.p.sds </a:t>
            </a:r>
            <a:r>
              <a:rPr lang="en-US" sz="1200" dirty="0">
                <a:solidFill>
                  <a:schemeClr val="tx2"/>
                </a:solidFill>
                <a:latin typeface="+mn-lt"/>
                <a:ea typeface="+mn-ea"/>
              </a:rPr>
              <a:t>files are generated</a:t>
            </a:r>
            <a:br>
              <a:rPr lang="en-US" sz="2100" dirty="0">
                <a:solidFill>
                  <a:schemeClr val="tx2"/>
                </a:solidFill>
                <a:latin typeface="+mn-lt"/>
                <a:ea typeface="+mn-ea"/>
              </a:rPr>
            </a:br>
            <a:endParaRPr lang="en-US" sz="2100" kern="1200" dirty="0">
              <a:solidFill>
                <a:schemeClr val="tx2"/>
              </a:solidFill>
              <a:latin typeface="+mn-lt"/>
              <a:ea typeface="+mn-ea"/>
              <a:cs typeface="+mn-cs"/>
            </a:endParaRPr>
          </a:p>
        </p:txBody>
      </p:sp>
      <p:sp>
        <p:nvSpPr>
          <p:cNvPr id="2" name="TextBox 1">
            <a:extLst>
              <a:ext uri="{FF2B5EF4-FFF2-40B4-BE49-F238E27FC236}">
                <a16:creationId xmlns:a16="http://schemas.microsoft.com/office/drawing/2014/main" id="{C2A50B6C-1FBA-4C96-4318-814D7A47867F}"/>
              </a:ext>
            </a:extLst>
          </p:cNvPr>
          <p:cNvSpPr txBox="1"/>
          <p:nvPr/>
        </p:nvSpPr>
        <p:spPr>
          <a:xfrm>
            <a:off x="5599887" y="2881099"/>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3130AE01-8D5E-CD78-3A49-2112ADB5A7CB}"/>
              </a:ext>
            </a:extLst>
          </p:cNvPr>
          <p:cNvSpPr txBox="1"/>
          <p:nvPr/>
        </p:nvSpPr>
        <p:spPr>
          <a:xfrm>
            <a:off x="10613313" y="2890062"/>
            <a:ext cx="984462"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3114142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D31C4E-43FA-7F88-108B-FEB9EA4A1EE4}"/>
            </a:ext>
          </a:extLst>
        </p:cNvPr>
        <p:cNvGrpSpPr/>
        <p:nvPr/>
      </p:nvGrpSpPr>
      <p:grpSpPr>
        <a:xfrm>
          <a:off x="0" y="0"/>
          <a:ext cx="0" cy="0"/>
          <a:chOff x="0" y="0"/>
          <a:chExt cx="0" cy="0"/>
        </a:xfrm>
      </p:grpSpPr>
      <p:sp>
        <p:nvSpPr>
          <p:cNvPr id="99" name="Process 108">
            <a:extLst>
              <a:ext uri="{FF2B5EF4-FFF2-40B4-BE49-F238E27FC236}">
                <a16:creationId xmlns:a16="http://schemas.microsoft.com/office/drawing/2014/main" id="{C057221F-AF31-0570-1664-280F987808B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4" name="Rectangle 3">
            <a:extLst>
              <a:ext uri="{FF2B5EF4-FFF2-40B4-BE49-F238E27FC236}">
                <a16:creationId xmlns:a16="http://schemas.microsoft.com/office/drawing/2014/main" id="{93536BDE-047A-02F0-EA83-BD30C00EE13D}"/>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57CA033B-BCE8-AB73-886F-2CE2191A0645}"/>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74593E1-AD7E-97B3-D5C9-6996C151FEAC}"/>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93D3871C-C840-444A-75A2-CC7B7EA7FCE3}"/>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ED48D816-2D64-EB84-5A89-32701DB5D57E}"/>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955D1B41-86AF-D62E-72D5-096B3AA76434}"/>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6FB6A612-EE89-15A3-2220-2D818117E0E6}"/>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2FE3F190-C023-5BED-21C1-BE06093D5C53}"/>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29FCAA16-7D47-D321-BB76-DF8D95F6BF94}"/>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251C0CB9-76F6-E913-4503-F21D85830D5B}"/>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DA61453B-2018-1EF8-72E5-5E17CB348A4E}"/>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7CE5BDBE-A5B6-CBB8-EC52-54BC5FE53B61}"/>
              </a:ext>
            </a:extLst>
          </p:cNvPr>
          <p:cNvSpPr txBox="1">
            <a:spLocks/>
          </p:cNvSpPr>
          <p:nvPr/>
        </p:nvSpPr>
        <p:spPr>
          <a:xfrm>
            <a:off x="198943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7A3B57E7-975F-4176-CBB2-92DEC9B3D97E}"/>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89788808-8266-D149-9E2B-180EBA708A1C}"/>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77786628-B2BE-563D-4557-6A379DD10E87}"/>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864A25BB-674E-9629-73C3-427676C71E6D}"/>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1BE351C1-C689-5782-BD2B-87B47D3C7FF1}"/>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3C73999-5007-7191-B476-C5E6EFB59199}"/>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7EA00DB6-25D3-4ED3-B4F2-8683A9301D4F}"/>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005B1869-F884-6472-E9E6-ED5E638D4428}"/>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A4CF7B77-CFBE-7845-F484-99DF34693E0F}"/>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590414DB-1484-AB4D-2517-07F7B47A59D7}"/>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5C4DE7B4-C4F1-09E1-7D3D-DB34BFE9B238}"/>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BFDDC60C-6CE6-B76D-2852-46C691C1D52C}"/>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55BE8732-74C0-2C8B-B5E9-832C24E43842}"/>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08699127-E681-67E7-60CC-D60FDE18A299}"/>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0E3DD037-DFD6-38AC-3FC0-AB6B4943B8C8}"/>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F4767560-518B-D069-D91B-C9EF2BBA16F6}"/>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F463EB34-FBCA-E06B-1282-76319730B408}"/>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EE70DDF1-5153-63D6-2DD3-221C6047FB48}"/>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A036DE3D-B2F8-E487-9EB8-51406B8B067A}"/>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CD62E9C7-8B20-F580-E088-1763F6DD1EE1}"/>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7D933344-1BA9-2F6C-E739-9E6066664F6E}"/>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B3BB4F5C-ABDE-D3F0-F173-B9126C5C4D13}"/>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93E4948B-B463-3603-8AF6-A7A575784BC6}"/>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00F9E9B5-09F1-8061-0246-1A41D4A62E7C}"/>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932FE0E9-D172-48C5-7F40-400A5E413ADD}"/>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3494D306-42F5-3AD9-388B-0462B68A906A}"/>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362B3B3-C895-D9BD-1BFE-C4AB926842EA}"/>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C0A11BD2-BC38-9542-BD05-D7FEF8C0A76D}"/>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F0E25823-C743-CBFE-C4DC-3B682548410E}"/>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E19F0835-54DA-F46B-BFF9-546898B24079}"/>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E81C35AD-49D2-155A-F312-141213552508}"/>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0B31A6D5-AF90-CB35-4D52-2E1040D06736}"/>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5ED5AE93-29D6-91D7-560C-7453D47F5CFD}"/>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B5994CC0-542E-DF6C-25FF-9C086E36088D}"/>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E1CE2258-3CAE-8D2D-B750-91530F11246A}"/>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399F78FA-AADF-BF0E-5E54-738881A014D5}"/>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1DC664E4-924A-3B1D-A795-73DB193EBD16}"/>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B17965B9-89B8-D14F-9D9F-B0F8C209A5D6}"/>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9A780D79-BA33-9E59-5472-4AA9FD07E5B5}"/>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B2F2EF16-173E-4163-0A45-46E5CBDE1E45}"/>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EA886106-5477-F9FE-9BF3-D09C8EEFCA21}"/>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E4E9D9E9-4759-3EB4-FA3D-3DAE08C2774A}"/>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2AEA55B1-15D2-1755-3DE7-26EAAA75F4FC}"/>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81808636-ABD7-D145-C4AC-E0A1C162B008}"/>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E47165E3-349B-CD11-A9D6-145E3DF90AE4}"/>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0C878013-73E1-5E3B-64AE-89AB51314EC9}"/>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FF876E8F-A13F-4A4C-0153-BA166C7C967C}"/>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C1540736-12B9-2134-304C-57A0C4039968}"/>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DBB2BB05-D6F9-783C-B813-15ED78A6B20C}"/>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C7718EED-8D60-B27F-A4EF-42A175CC8C8D}"/>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6E3079BD-FCBC-C686-EA9D-0B1B87B28212}"/>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007699FE-D417-91CC-FA75-40752A0461F8}"/>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91413CC9-2050-18EE-0F77-FA026BCA66D7}"/>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0790FF39-F01B-80D4-7234-4F4BFF483894}"/>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F7AC64EC-4D6A-BE41-DA72-31037158F836}"/>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0D71E9C-EAEA-9CEC-AAE1-628E7BD36FB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F660DF71-CCD4-FBEF-2563-60C21AD5CBAC}"/>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9E9AEEAE-4196-A1C9-45DA-75A08C2D623E}"/>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B5EA129F-07B0-D635-9381-46E75F984A24}"/>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BA3DF938-AECF-51D6-AE05-BB83BC55D146}"/>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903C8C61-9521-90D2-FE06-0EDA99039D77}"/>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F1EE30BD-A78F-1413-F65B-E2AE4308A34A}"/>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4DBDE3F2-E9E1-D95E-F3F9-E08152827A87}"/>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469E3803-31A2-AE38-4E9F-9B18EF6D9BE1}"/>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E40BFE14-433C-6261-B612-824D372D3B8D}"/>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279FB913-E60C-3F26-8BAB-98A97B8F3A5C}"/>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AC2DAB77-51AE-2863-3868-687D9FF2239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9391F3B5-1F22-EEAE-BB83-6D07E71A5FB1}"/>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6E330367-2B1A-D130-9D8D-7BED446EC84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3AC88833-33FB-A62E-7518-7722F7E917BA}"/>
              </a:ext>
            </a:extLst>
          </p:cNvPr>
          <p:cNvSpPr>
            <a:spLocks noGrp="1"/>
          </p:cNvSpPr>
          <p:nvPr>
            <p:ph type="title"/>
          </p:nvPr>
        </p:nvSpPr>
        <p:spPr/>
        <p:txBody>
          <a:bodyPr/>
          <a:lstStyle/>
          <a:p>
            <a:r>
              <a:rPr lang="en-US" dirty="0"/>
              <a:t>SDS software developer framework DSP / ML algorithm design</a:t>
            </a:r>
          </a:p>
        </p:txBody>
      </p:sp>
      <p:sp>
        <p:nvSpPr>
          <p:cNvPr id="6" name="TextBox 5">
            <a:extLst>
              <a:ext uri="{FF2B5EF4-FFF2-40B4-BE49-F238E27FC236}">
                <a16:creationId xmlns:a16="http://schemas.microsoft.com/office/drawing/2014/main" id="{63EFFB9F-9951-53EF-662A-2B3852D7D610}"/>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b="1" kern="1200" dirty="0">
                <a:solidFill>
                  <a:schemeClr val="tx2"/>
                </a:solidFill>
                <a:latin typeface="+mn-lt"/>
                <a:ea typeface="+mn-ea"/>
                <a:cs typeface="+mn-cs"/>
              </a:rPr>
              <a:t>Metadata files</a:t>
            </a:r>
            <a:r>
              <a:rPr lang="en-US" sz="1200" kern="1200" dirty="0">
                <a:solidFill>
                  <a:schemeClr val="tx2"/>
                </a:solidFill>
                <a:latin typeface="+mn-lt"/>
                <a:ea typeface="+mn-ea"/>
                <a:cs typeface="+mn-cs"/>
              </a:rPr>
              <a:t> describe data stream content</a:t>
            </a:r>
          </a:p>
        </p:txBody>
      </p:sp>
      <p:sp>
        <p:nvSpPr>
          <p:cNvPr id="7" name="TextBox 6">
            <a:extLst>
              <a:ext uri="{FF2B5EF4-FFF2-40B4-BE49-F238E27FC236}">
                <a16:creationId xmlns:a16="http://schemas.microsoft.com/office/drawing/2014/main" id="{E9FAE69A-9AD3-A60E-B843-E07416CA40F5}"/>
              </a:ext>
            </a:extLst>
          </p:cNvPr>
          <p:cNvSpPr txBox="1"/>
          <p:nvPr/>
        </p:nvSpPr>
        <p:spPr>
          <a:xfrm>
            <a:off x="6688998" y="1089638"/>
            <a:ext cx="5170142" cy="5584606"/>
          </a:xfrm>
          <a:prstGeom prst="rect">
            <a:avLst/>
          </a:prstGeom>
          <a:noFill/>
        </p:spPr>
        <p:txBody>
          <a:bodyPr wrap="square" lIns="0" tIns="0" rIns="0" bIns="0" rtlCol="0">
            <a:spAutoFit/>
          </a:bodyPr>
          <a:lstStyle/>
          <a:p>
            <a:r>
              <a:rPr lang="en-US" sz="1600" dirty="0"/>
              <a:t>DSP / ML algorithms operate on time-series data streams, such as sensor data, audio samples, or video frames, using fixed or variable-size blocks.</a:t>
            </a:r>
          </a:p>
          <a:p>
            <a:endParaRPr lang="en-US" sz="1000" dirty="0"/>
          </a:p>
          <a:p>
            <a:r>
              <a:rPr lang="en-US" sz="1600" b="1" dirty="0"/>
              <a:t>SDS is a software developer framework for DSP / ML:</a:t>
            </a:r>
          </a:p>
          <a:p>
            <a:pPr marL="227013" indent="-227013">
              <a:buFont typeface="Arial" panose="020B0604020202020204" pitchFamily="34" charset="0"/>
              <a:buChar char="•"/>
            </a:pPr>
            <a:r>
              <a:rPr lang="en-US" sz="1600" dirty="0"/>
              <a:t>Handle sensor, audio, and video streams flexibly.</a:t>
            </a:r>
          </a:p>
          <a:p>
            <a:pPr marL="227013" indent="-227013">
              <a:buFont typeface="Arial" panose="020B0604020202020204" pitchFamily="34" charset="0"/>
              <a:buChar char="•"/>
            </a:pPr>
            <a:r>
              <a:rPr lang="en-US" sz="1600" dirty="0"/>
              <a:t>Multiple streams with time-drift handling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Replay streams on hardware or </a:t>
            </a:r>
            <a:r>
              <a:rPr lang="en-US" sz="1600" u="sng" dirty="0">
                <a:hlinkClick r:id="rId8"/>
              </a:rPr>
              <a:t>simulation</a:t>
            </a:r>
            <a:r>
              <a:rPr lang="en-US" sz="1600" dirty="0"/>
              <a:t> for validation.</a:t>
            </a:r>
          </a:p>
          <a:p>
            <a:endParaRPr lang="en-US" sz="1000" dirty="0"/>
          </a:p>
          <a:p>
            <a:r>
              <a:rPr lang="en-US" sz="1600" b="1" dirty="0"/>
              <a:t>Captured data streams simplify development:</a:t>
            </a:r>
          </a:p>
          <a:p>
            <a:pPr marL="227013" indent="-227013">
              <a:buFont typeface="Arial" panose="020B0604020202020204" pitchFamily="34" charset="0"/>
              <a:buChar char="•"/>
            </a:pPr>
            <a:r>
              <a:rPr lang="en-US" sz="1600" dirty="0"/>
              <a:t>Validate input streams and algorithm outputs.</a:t>
            </a:r>
          </a:p>
          <a:p>
            <a:pPr marL="227013" indent="-227013">
              <a:buFont typeface="Arial" panose="020B0604020202020204" pitchFamily="34" charset="0"/>
              <a:buChar char="•"/>
            </a:pPr>
            <a:r>
              <a:rPr lang="en-US" sz="1600" dirty="0"/>
              <a:t>Provide input for DSP filter design or ML model training.</a:t>
            </a:r>
          </a:p>
          <a:p>
            <a:pPr marL="227013" indent="-227013">
              <a:buFont typeface="Arial" panose="020B0604020202020204" pitchFamily="34" charset="0"/>
              <a:buChar char="•"/>
            </a:pPr>
            <a:r>
              <a:rPr lang="en-US" sz="1600" dirty="0"/>
              <a:t>Enable reproducible regression tests.</a:t>
            </a:r>
          </a:p>
          <a:p>
            <a:pPr marL="227013" indent="-227013">
              <a:buFont typeface="Arial" panose="020B0604020202020204" pitchFamily="34" charset="0"/>
              <a:buChar char="•"/>
            </a:pPr>
            <a:r>
              <a:rPr lang="en-US" sz="1600" dirty="0"/>
              <a:t>Use artificially generated input data for algorithm testing.</a:t>
            </a:r>
          </a:p>
          <a:p>
            <a:endParaRPr lang="en-US" sz="1000" dirty="0"/>
          </a:p>
          <a:p>
            <a:r>
              <a:rPr lang="en-US" sz="1600" b="1" dirty="0"/>
              <a:t>SDS v3 adds a control interface in the SDSIO-Server:</a:t>
            </a:r>
          </a:p>
          <a:p>
            <a:pPr marL="227013" indent="-227013">
              <a:buFont typeface="Arial" panose="020B0604020202020204" pitchFamily="34" charset="0"/>
              <a:buChar char="•"/>
            </a:pPr>
            <a:r>
              <a:rPr lang="en-US" sz="1600" dirty="0"/>
              <a:t>Operate through </a:t>
            </a:r>
            <a:r>
              <a:rPr lang="en-US" sz="1600" dirty="0">
                <a:hlinkClick r:id="rId9"/>
              </a:rPr>
              <a:t>SDS VS Code extension</a:t>
            </a:r>
            <a:r>
              <a:rPr lang="en-US" sz="1600" dirty="0"/>
              <a:t> on in CLI mode.</a:t>
            </a:r>
          </a:p>
          <a:p>
            <a:pPr marL="227013" indent="-227013">
              <a:buFont typeface="Arial" panose="020B0604020202020204" pitchFamily="34" charset="0"/>
              <a:buChar char="•"/>
            </a:pPr>
            <a:r>
              <a:rPr lang="en-US" sz="1600" dirty="0"/>
              <a:t>Record and playback mode in the same firmware image.</a:t>
            </a:r>
          </a:p>
          <a:p>
            <a:pPr marL="227013" indent="-227013">
              <a:buFont typeface="Arial" panose="020B0604020202020204" pitchFamily="34" charset="0"/>
              <a:buChar char="•"/>
            </a:pPr>
            <a:r>
              <a:rPr lang="en-US" sz="1600" dirty="0"/>
              <a:t>Use flags to configure algorithms or run A/B tests.</a:t>
            </a:r>
          </a:p>
          <a:p>
            <a:pPr marL="227013" indent="-227013">
              <a:buFont typeface="Arial" panose="020B0604020202020204" pitchFamily="34" charset="0"/>
              <a:buChar char="•"/>
            </a:pPr>
            <a:r>
              <a:rPr lang="en-US" sz="1600" dirty="0"/>
              <a:t>Manage playback streams for regression testing.</a:t>
            </a:r>
          </a:p>
          <a:p>
            <a:endParaRPr lang="en-US" sz="1000" dirty="0"/>
          </a:p>
          <a:p>
            <a:r>
              <a:rPr lang="en-US" sz="1600" b="1" dirty="0"/>
              <a:t>Deploy to hardware:</a:t>
            </a:r>
            <a:r>
              <a:rPr lang="en-US" sz="1400" b="1" dirty="0"/>
              <a:t> </a:t>
            </a:r>
            <a:r>
              <a:rPr lang="en-US" sz="1600" dirty="0">
                <a:solidFill>
                  <a:schemeClr val="tx2"/>
                </a:solidFill>
                <a:latin typeface="+mn-lt"/>
                <a:ea typeface="+mn-ea"/>
                <a:sym typeface="Wingdings" panose="05000000000000000000" pitchFamily="2" charset="2"/>
                <a:hlinkClick r:id="rId10"/>
              </a:rPr>
              <a:t> </a:t>
            </a:r>
            <a:r>
              <a:rPr lang="en-US" sz="1600" dirty="0">
                <a:solidFill>
                  <a:schemeClr val="tx2"/>
                </a:solidFill>
                <a:latin typeface="+mn-lt"/>
                <a:ea typeface="+mn-ea"/>
                <a:hlinkClick r:id="rId10"/>
              </a:rPr>
              <a:t>SDS Template Application</a:t>
            </a:r>
            <a:endParaRPr lang="en-US" dirty="0">
              <a:solidFill>
                <a:schemeClr val="tx2"/>
              </a:solidFill>
              <a:latin typeface="+mn-lt"/>
              <a:ea typeface="+mn-ea"/>
            </a:endParaRPr>
          </a:p>
          <a:p>
            <a:pPr eaLnBrk="1" hangingPunct="1">
              <a:lnSpc>
                <a:spcPct val="90000"/>
              </a:lnSpc>
              <a:spcBef>
                <a:spcPts val="0"/>
              </a:spcBef>
              <a:spcAft>
                <a:spcPts val="600"/>
              </a:spcAft>
            </a:pPr>
            <a:endParaRPr lang="en-US" sz="2100" kern="1200" dirty="0">
              <a:solidFill>
                <a:schemeClr val="tx2"/>
              </a:solidFill>
              <a:latin typeface="+mn-lt"/>
              <a:ea typeface="+mn-ea"/>
              <a:cs typeface="+mn-cs"/>
            </a:endParaRPr>
          </a:p>
        </p:txBody>
      </p:sp>
    </p:spTree>
    <p:extLst>
      <p:ext uri="{BB962C8B-B14F-4D97-AF65-F5344CB8AC3E}">
        <p14:creationId xmlns:p14="http://schemas.microsoft.com/office/powerpoint/2010/main" val="191968608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1A41AA-5B7D-1D06-3799-7C55B9E73AA8}"/>
            </a:ext>
          </a:extLst>
        </p:cNvPr>
        <p:cNvGrpSpPr/>
        <p:nvPr/>
      </p:nvGrpSpPr>
      <p:grpSpPr>
        <a:xfrm>
          <a:off x="0" y="0"/>
          <a:ext cx="0" cy="0"/>
          <a:chOff x="0" y="0"/>
          <a:chExt cx="0" cy="0"/>
        </a:xfrm>
      </p:grpSpPr>
      <p:sp>
        <p:nvSpPr>
          <p:cNvPr id="99" name="Process 108">
            <a:extLst>
              <a:ext uri="{FF2B5EF4-FFF2-40B4-BE49-F238E27FC236}">
                <a16:creationId xmlns:a16="http://schemas.microsoft.com/office/drawing/2014/main" id="{31782970-DCA2-8A53-5DB6-639BBB0BDF72}"/>
              </a:ext>
            </a:extLst>
          </p:cNvPr>
          <p:cNvSpPr/>
          <p:nvPr/>
        </p:nvSpPr>
        <p:spPr>
          <a:xfrm>
            <a:off x="1977170" y="2864826"/>
            <a:ext cx="4247257" cy="394963"/>
          </a:xfrm>
          <a:prstGeom prst="flowChartProcess">
            <a:avLst/>
          </a:prstGeom>
          <a:solidFill>
            <a:srgbClr val="00C1DE"/>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4" name="Rectangle 3">
            <a:extLst>
              <a:ext uri="{FF2B5EF4-FFF2-40B4-BE49-F238E27FC236}">
                <a16:creationId xmlns:a16="http://schemas.microsoft.com/office/drawing/2014/main" id="{9D2BC188-0D4A-9D79-B04B-F2D8AF08EDE6}"/>
              </a:ext>
            </a:extLst>
          </p:cNvPr>
          <p:cNvSpPr/>
          <p:nvPr/>
        </p:nvSpPr>
        <p:spPr>
          <a:xfrm>
            <a:off x="1086496" y="1192552"/>
            <a:ext cx="5276010"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CA8BFA21-B1EC-95CD-9BBF-1A89FB6F4FE7}"/>
              </a:ext>
            </a:extLst>
          </p:cNvPr>
          <p:cNvSpPr txBox="1">
            <a:spLocks/>
          </p:cNvSpPr>
          <p:nvPr/>
        </p:nvSpPr>
        <p:spPr>
          <a:xfrm>
            <a:off x="1086496" y="1279242"/>
            <a:ext cx="5278710"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DATA STREAM UNDER DEVELOPMENT  </a:t>
            </a:r>
          </a:p>
        </p:txBody>
      </p:sp>
      <p:cxnSp>
        <p:nvCxnSpPr>
          <p:cNvPr id="15" name="Straight Arrow Connector 14">
            <a:extLst>
              <a:ext uri="{FF2B5EF4-FFF2-40B4-BE49-F238E27FC236}">
                <a16:creationId xmlns:a16="http://schemas.microsoft.com/office/drawing/2014/main" id="{530A626C-501A-6EEF-E5C5-E5D6CD4CB7A1}"/>
              </a:ext>
            </a:extLst>
          </p:cNvPr>
          <p:cNvCxnSpPr>
            <a:cxnSpLocks/>
            <a:stCxn id="36" idx="3"/>
            <a:endCxn id="37" idx="1"/>
          </p:cNvCxnSpPr>
          <p:nvPr/>
        </p:nvCxnSpPr>
        <p:spPr>
          <a:xfrm>
            <a:off x="4204763" y="1814050"/>
            <a:ext cx="494877" cy="499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B6FC079-5998-B866-6B40-5B3A315F0A75}"/>
              </a:ext>
            </a:extLst>
          </p:cNvPr>
          <p:cNvCxnSpPr>
            <a:cxnSpLocks/>
            <a:stCxn id="37" idx="3"/>
          </p:cNvCxnSpPr>
          <p:nvPr/>
        </p:nvCxnSpPr>
        <p:spPr>
          <a:xfrm>
            <a:off x="5682201" y="1819046"/>
            <a:ext cx="623349" cy="0"/>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36" name="Process 105">
            <a:extLst>
              <a:ext uri="{FF2B5EF4-FFF2-40B4-BE49-F238E27FC236}">
                <a16:creationId xmlns:a16="http://schemas.microsoft.com/office/drawing/2014/main" id="{09CD685D-2D10-863C-2A39-587BE76CD7A1}"/>
              </a:ext>
            </a:extLst>
          </p:cNvPr>
          <p:cNvSpPr/>
          <p:nvPr/>
        </p:nvSpPr>
        <p:spPr>
          <a:xfrm>
            <a:off x="3246125" y="1595073"/>
            <a:ext cx="958638"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37" name="Process 106">
            <a:extLst>
              <a:ext uri="{FF2B5EF4-FFF2-40B4-BE49-F238E27FC236}">
                <a16:creationId xmlns:a16="http://schemas.microsoft.com/office/drawing/2014/main" id="{7E18CE3E-1BB4-34AC-5B1B-A2BE09BBE807}"/>
              </a:ext>
            </a:extLst>
          </p:cNvPr>
          <p:cNvSpPr/>
          <p:nvPr/>
        </p:nvSpPr>
        <p:spPr>
          <a:xfrm>
            <a:off x="4699640" y="1600069"/>
            <a:ext cx="982561"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54" name="TextBox 53">
            <a:extLst>
              <a:ext uri="{FF2B5EF4-FFF2-40B4-BE49-F238E27FC236}">
                <a16:creationId xmlns:a16="http://schemas.microsoft.com/office/drawing/2014/main" id="{0E2F4157-78B7-670A-2D75-E76A3A8E8B13}"/>
              </a:ext>
            </a:extLst>
          </p:cNvPr>
          <p:cNvSpPr txBox="1"/>
          <p:nvPr/>
        </p:nvSpPr>
        <p:spPr>
          <a:xfrm>
            <a:off x="5698305" y="1614492"/>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dirty="0">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79" name="Straight Arrow Connector 78">
            <a:extLst>
              <a:ext uri="{FF2B5EF4-FFF2-40B4-BE49-F238E27FC236}">
                <a16:creationId xmlns:a16="http://schemas.microsoft.com/office/drawing/2014/main" id="{F714FAC6-0E49-1AA4-34E3-5C15F3280352}"/>
              </a:ext>
            </a:extLst>
          </p:cNvPr>
          <p:cNvCxnSpPr>
            <a:cxnSpLocks/>
            <a:endCxn id="64" idx="0"/>
          </p:cNvCxnSpPr>
          <p:nvPr/>
        </p:nvCxnSpPr>
        <p:spPr>
          <a:xfrm>
            <a:off x="4425497" y="1809928"/>
            <a:ext cx="1" cy="499533"/>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84" name="Straight Arrow Connector 83">
            <a:extLst>
              <a:ext uri="{FF2B5EF4-FFF2-40B4-BE49-F238E27FC236}">
                <a16:creationId xmlns:a16="http://schemas.microsoft.com/office/drawing/2014/main" id="{8E2B777A-F883-CD21-0069-EDE861289A8A}"/>
              </a:ext>
            </a:extLst>
          </p:cNvPr>
          <p:cNvCxnSpPr>
            <a:cxnSpLocks/>
            <a:endCxn id="78" idx="0"/>
          </p:cNvCxnSpPr>
          <p:nvPr/>
        </p:nvCxnSpPr>
        <p:spPr>
          <a:xfrm>
            <a:off x="5879273" y="1813173"/>
            <a:ext cx="1700" cy="49018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0" name="Straight Arrow Connector 99">
            <a:extLst>
              <a:ext uri="{FF2B5EF4-FFF2-40B4-BE49-F238E27FC236}">
                <a16:creationId xmlns:a16="http://schemas.microsoft.com/office/drawing/2014/main" id="{6615D143-BCBE-5CC9-63CF-21333DE8A01F}"/>
              </a:ext>
            </a:extLst>
          </p:cNvPr>
          <p:cNvCxnSpPr>
            <a:cxnSpLocks/>
          </p:cNvCxnSpPr>
          <p:nvPr/>
        </p:nvCxnSpPr>
        <p:spPr>
          <a:xfrm flipH="1">
            <a:off x="4425497" y="2702043"/>
            <a:ext cx="1" cy="160402"/>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Straight Arrow Connector 100">
            <a:extLst>
              <a:ext uri="{FF2B5EF4-FFF2-40B4-BE49-F238E27FC236}">
                <a16:creationId xmlns:a16="http://schemas.microsoft.com/office/drawing/2014/main" id="{8D4A269A-22FA-8DA5-2293-0A768BEADA2B}"/>
              </a:ext>
            </a:extLst>
          </p:cNvPr>
          <p:cNvCxnSpPr>
            <a:cxnSpLocks/>
          </p:cNvCxnSpPr>
          <p:nvPr/>
        </p:nvCxnSpPr>
        <p:spPr>
          <a:xfrm>
            <a:off x="5860223" y="2689220"/>
            <a:ext cx="0" cy="175606"/>
          </a:xfrm>
          <a:prstGeom prst="straightConnector1">
            <a:avLst/>
          </a:prstGeom>
          <a:ln w="15875">
            <a:solidFill>
              <a:srgbClr val="00C1DE"/>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D02D8A85-BAE3-0C26-4AC0-5D4DD081B384}"/>
              </a:ext>
            </a:extLst>
          </p:cNvPr>
          <p:cNvSpPr txBox="1">
            <a:spLocks/>
          </p:cNvSpPr>
          <p:nvPr/>
        </p:nvSpPr>
        <p:spPr>
          <a:xfrm>
            <a:off x="1989436" y="2977581"/>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SDSIO  INTERFACE</a:t>
            </a:r>
          </a:p>
        </p:txBody>
      </p:sp>
      <p:sp>
        <p:nvSpPr>
          <p:cNvPr id="105" name="Arrow: Down 104">
            <a:extLst>
              <a:ext uri="{FF2B5EF4-FFF2-40B4-BE49-F238E27FC236}">
                <a16:creationId xmlns:a16="http://schemas.microsoft.com/office/drawing/2014/main" id="{60EC9AA1-66C3-F3DA-385C-DB750EB54688}"/>
              </a:ext>
            </a:extLst>
          </p:cNvPr>
          <p:cNvSpPr/>
          <p:nvPr/>
        </p:nvSpPr>
        <p:spPr>
          <a:xfrm>
            <a:off x="4312323" y="325909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6B40A6D-F898-8012-9700-CBA33CB38B86}"/>
              </a:ext>
            </a:extLst>
          </p:cNvPr>
          <p:cNvSpPr/>
          <p:nvPr/>
        </p:nvSpPr>
        <p:spPr>
          <a:xfrm>
            <a:off x="2207299"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17" name="Rectangle 16">
            <a:extLst>
              <a:ext uri="{FF2B5EF4-FFF2-40B4-BE49-F238E27FC236}">
                <a16:creationId xmlns:a16="http://schemas.microsoft.com/office/drawing/2014/main" id="{AAD51B56-55C0-8D23-7AF4-7A6EBBE45DA9}"/>
              </a:ext>
            </a:extLst>
          </p:cNvPr>
          <p:cNvSpPr/>
          <p:nvPr/>
        </p:nvSpPr>
        <p:spPr>
          <a:xfrm>
            <a:off x="2207299"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903837BF-DDC2-ABDE-BB89-579709DA840B}"/>
              </a:ext>
            </a:extLst>
          </p:cNvPr>
          <p:cNvSpPr/>
          <p:nvPr/>
        </p:nvSpPr>
        <p:spPr>
          <a:xfrm>
            <a:off x="2207299" y="4212634"/>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2" name="Rectangle 21">
            <a:extLst>
              <a:ext uri="{FF2B5EF4-FFF2-40B4-BE49-F238E27FC236}">
                <a16:creationId xmlns:a16="http://schemas.microsoft.com/office/drawing/2014/main" id="{76F5F05E-1F24-8497-5F55-1DC6B22C869D}"/>
              </a:ext>
            </a:extLst>
          </p:cNvPr>
          <p:cNvSpPr/>
          <p:nvPr/>
        </p:nvSpPr>
        <p:spPr>
          <a:xfrm>
            <a:off x="2207300" y="4812509"/>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4" name="Rectangle 23">
            <a:extLst>
              <a:ext uri="{FF2B5EF4-FFF2-40B4-BE49-F238E27FC236}">
                <a16:creationId xmlns:a16="http://schemas.microsoft.com/office/drawing/2014/main" id="{C2E76984-3E98-19AF-1023-B147AE950914}"/>
              </a:ext>
            </a:extLst>
          </p:cNvPr>
          <p:cNvSpPr/>
          <p:nvPr/>
        </p:nvSpPr>
        <p:spPr>
          <a:xfrm>
            <a:off x="2207300" y="5013547"/>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25" name="Rectangle 24">
            <a:extLst>
              <a:ext uri="{FF2B5EF4-FFF2-40B4-BE49-F238E27FC236}">
                <a16:creationId xmlns:a16="http://schemas.microsoft.com/office/drawing/2014/main" id="{58C33E0C-CC91-BCF9-6088-0541A83EC846}"/>
              </a:ext>
            </a:extLst>
          </p:cNvPr>
          <p:cNvSpPr/>
          <p:nvPr/>
        </p:nvSpPr>
        <p:spPr>
          <a:xfrm>
            <a:off x="2207300" y="5214584"/>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83521230-E4E9-7174-3B9C-E9846FF18FD0}"/>
              </a:ext>
            </a:extLst>
          </p:cNvPr>
          <p:cNvSpPr/>
          <p:nvPr/>
        </p:nvSpPr>
        <p:spPr>
          <a:xfrm>
            <a:off x="2207299" y="582742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8" name="Rectangle 37">
            <a:extLst>
              <a:ext uri="{FF2B5EF4-FFF2-40B4-BE49-F238E27FC236}">
                <a16:creationId xmlns:a16="http://schemas.microsoft.com/office/drawing/2014/main" id="{814E81E5-4306-1D6E-D3D4-8C6FAB52A293}"/>
              </a:ext>
            </a:extLst>
          </p:cNvPr>
          <p:cNvSpPr/>
          <p:nvPr/>
        </p:nvSpPr>
        <p:spPr>
          <a:xfrm>
            <a:off x="2207299" y="602846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48" name="Straight Connector 47">
            <a:extLst>
              <a:ext uri="{FF2B5EF4-FFF2-40B4-BE49-F238E27FC236}">
                <a16:creationId xmlns:a16="http://schemas.microsoft.com/office/drawing/2014/main" id="{7C0B172D-571C-0DAB-4E9D-8BDE6EC3260F}"/>
              </a:ext>
            </a:extLst>
          </p:cNvPr>
          <p:cNvCxnSpPr>
            <a:cxnSpLocks/>
          </p:cNvCxnSpPr>
          <p:nvPr/>
        </p:nvCxnSpPr>
        <p:spPr>
          <a:xfrm>
            <a:off x="2207299"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50" name="Straight Connector 49">
            <a:extLst>
              <a:ext uri="{FF2B5EF4-FFF2-40B4-BE49-F238E27FC236}">
                <a16:creationId xmlns:a16="http://schemas.microsoft.com/office/drawing/2014/main" id="{47030775-0085-B0E6-2509-80C1D12B9966}"/>
              </a:ext>
            </a:extLst>
          </p:cNvPr>
          <p:cNvCxnSpPr>
            <a:cxnSpLocks/>
          </p:cNvCxnSpPr>
          <p:nvPr/>
        </p:nvCxnSpPr>
        <p:spPr>
          <a:xfrm>
            <a:off x="3163331" y="6229502"/>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68" name="Rectangle 67">
            <a:extLst>
              <a:ext uri="{FF2B5EF4-FFF2-40B4-BE49-F238E27FC236}">
                <a16:creationId xmlns:a16="http://schemas.microsoft.com/office/drawing/2014/main" id="{73CA704B-1765-9191-91A8-F405D3C081C0}"/>
              </a:ext>
            </a:extLst>
          </p:cNvPr>
          <p:cNvSpPr/>
          <p:nvPr/>
        </p:nvSpPr>
        <p:spPr>
          <a:xfrm>
            <a:off x="3927714" y="381313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69" name="Rectangle 68">
            <a:extLst>
              <a:ext uri="{FF2B5EF4-FFF2-40B4-BE49-F238E27FC236}">
                <a16:creationId xmlns:a16="http://schemas.microsoft.com/office/drawing/2014/main" id="{810D9592-F254-5C58-E862-B31634ED4E93}"/>
              </a:ext>
            </a:extLst>
          </p:cNvPr>
          <p:cNvSpPr/>
          <p:nvPr/>
        </p:nvSpPr>
        <p:spPr>
          <a:xfrm>
            <a:off x="3927714" y="40141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0" name="Rectangle 69">
            <a:extLst>
              <a:ext uri="{FF2B5EF4-FFF2-40B4-BE49-F238E27FC236}">
                <a16:creationId xmlns:a16="http://schemas.microsoft.com/office/drawing/2014/main" id="{8E232BAB-65DE-B35B-B3C2-4F051100A68B}"/>
              </a:ext>
            </a:extLst>
          </p:cNvPr>
          <p:cNvSpPr/>
          <p:nvPr/>
        </p:nvSpPr>
        <p:spPr>
          <a:xfrm>
            <a:off x="3927714" y="4215212"/>
            <a:ext cx="956032" cy="408562"/>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1" name="Rectangle 70">
            <a:extLst>
              <a:ext uri="{FF2B5EF4-FFF2-40B4-BE49-F238E27FC236}">
                <a16:creationId xmlns:a16="http://schemas.microsoft.com/office/drawing/2014/main" id="{75F4B013-DBC7-2782-12F7-CDAF29B0D393}"/>
              </a:ext>
            </a:extLst>
          </p:cNvPr>
          <p:cNvSpPr/>
          <p:nvPr/>
        </p:nvSpPr>
        <p:spPr>
          <a:xfrm>
            <a:off x="3930959" y="4627021"/>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2" name="Rectangle 71">
            <a:extLst>
              <a:ext uri="{FF2B5EF4-FFF2-40B4-BE49-F238E27FC236}">
                <a16:creationId xmlns:a16="http://schemas.microsoft.com/office/drawing/2014/main" id="{18F50C10-B549-89C7-D2CA-62E2EBA2B245}"/>
              </a:ext>
            </a:extLst>
          </p:cNvPr>
          <p:cNvSpPr/>
          <p:nvPr/>
        </p:nvSpPr>
        <p:spPr>
          <a:xfrm>
            <a:off x="3930959" y="4828059"/>
            <a:ext cx="952787"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73" name="Rectangle 72">
            <a:extLst>
              <a:ext uri="{FF2B5EF4-FFF2-40B4-BE49-F238E27FC236}">
                <a16:creationId xmlns:a16="http://schemas.microsoft.com/office/drawing/2014/main" id="{4BFF59ED-75BA-0E46-83D2-E30D8676D00B}"/>
              </a:ext>
            </a:extLst>
          </p:cNvPr>
          <p:cNvSpPr/>
          <p:nvPr/>
        </p:nvSpPr>
        <p:spPr>
          <a:xfrm>
            <a:off x="3930959" y="5029096"/>
            <a:ext cx="952787" cy="4085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74" name="Rectangle 73">
            <a:extLst>
              <a:ext uri="{FF2B5EF4-FFF2-40B4-BE49-F238E27FC236}">
                <a16:creationId xmlns:a16="http://schemas.microsoft.com/office/drawing/2014/main" id="{BC7CD1F0-5331-CD2B-58BF-499B59328E16}"/>
              </a:ext>
            </a:extLst>
          </p:cNvPr>
          <p:cNvSpPr/>
          <p:nvPr/>
        </p:nvSpPr>
        <p:spPr>
          <a:xfrm>
            <a:off x="3927714" y="54344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5" name="Rectangle 74">
            <a:extLst>
              <a:ext uri="{FF2B5EF4-FFF2-40B4-BE49-F238E27FC236}">
                <a16:creationId xmlns:a16="http://schemas.microsoft.com/office/drawing/2014/main" id="{7BC07DA8-D7CC-E7FF-C60C-61D642F2EFA5}"/>
              </a:ext>
            </a:extLst>
          </p:cNvPr>
          <p:cNvSpPr/>
          <p:nvPr/>
        </p:nvSpPr>
        <p:spPr>
          <a:xfrm>
            <a:off x="3927714" y="56354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76" name="Straight Connector 75">
            <a:extLst>
              <a:ext uri="{FF2B5EF4-FFF2-40B4-BE49-F238E27FC236}">
                <a16:creationId xmlns:a16="http://schemas.microsoft.com/office/drawing/2014/main" id="{3FCAD76D-0B48-71CD-3F49-C636394FADCB}"/>
              </a:ext>
            </a:extLst>
          </p:cNvPr>
          <p:cNvCxnSpPr>
            <a:cxnSpLocks/>
          </p:cNvCxnSpPr>
          <p:nvPr/>
        </p:nvCxnSpPr>
        <p:spPr>
          <a:xfrm>
            <a:off x="3927714"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7" name="Straight Connector 76">
            <a:extLst>
              <a:ext uri="{FF2B5EF4-FFF2-40B4-BE49-F238E27FC236}">
                <a16:creationId xmlns:a16="http://schemas.microsoft.com/office/drawing/2014/main" id="{28EC23FC-A8CE-EFAF-F473-ACB04A05BCE6}"/>
              </a:ext>
            </a:extLst>
          </p:cNvPr>
          <p:cNvCxnSpPr>
            <a:cxnSpLocks/>
          </p:cNvCxnSpPr>
          <p:nvPr/>
        </p:nvCxnSpPr>
        <p:spPr>
          <a:xfrm>
            <a:off x="4883746" y="5836494"/>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80" name="Straight Connector 79">
            <a:extLst>
              <a:ext uri="{FF2B5EF4-FFF2-40B4-BE49-F238E27FC236}">
                <a16:creationId xmlns:a16="http://schemas.microsoft.com/office/drawing/2014/main" id="{75C86032-EFDE-4970-EF18-775AF533D8C5}"/>
              </a:ext>
            </a:extLst>
          </p:cNvPr>
          <p:cNvCxnSpPr>
            <a:cxnSpLocks/>
            <a:stCxn id="10" idx="3"/>
            <a:endCxn id="68" idx="1"/>
          </p:cNvCxnSpPr>
          <p:nvPr/>
        </p:nvCxnSpPr>
        <p:spPr>
          <a:xfrm>
            <a:off x="3163331" y="3911078"/>
            <a:ext cx="764383"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81" name="Rectangle 80">
            <a:extLst>
              <a:ext uri="{FF2B5EF4-FFF2-40B4-BE49-F238E27FC236}">
                <a16:creationId xmlns:a16="http://schemas.microsoft.com/office/drawing/2014/main" id="{7F3FFB63-59D2-D4E5-1C35-209D896F905E}"/>
              </a:ext>
            </a:extLst>
          </p:cNvPr>
          <p:cNvSpPr/>
          <p:nvPr/>
        </p:nvSpPr>
        <p:spPr>
          <a:xfrm>
            <a:off x="5406474" y="381055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3" name="Rectangle 82">
            <a:extLst>
              <a:ext uri="{FF2B5EF4-FFF2-40B4-BE49-F238E27FC236}">
                <a16:creationId xmlns:a16="http://schemas.microsoft.com/office/drawing/2014/main" id="{3249C45E-2F02-5CE5-AB7F-41A02B6B1F76}"/>
              </a:ext>
            </a:extLst>
          </p:cNvPr>
          <p:cNvSpPr/>
          <p:nvPr/>
        </p:nvSpPr>
        <p:spPr>
          <a:xfrm>
            <a:off x="5406474" y="40115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5" name="Rectangle 84">
            <a:extLst>
              <a:ext uri="{FF2B5EF4-FFF2-40B4-BE49-F238E27FC236}">
                <a16:creationId xmlns:a16="http://schemas.microsoft.com/office/drawing/2014/main" id="{71374CEC-44DF-6E09-5D37-C4A83129AB0E}"/>
              </a:ext>
            </a:extLst>
          </p:cNvPr>
          <p:cNvSpPr/>
          <p:nvPr/>
        </p:nvSpPr>
        <p:spPr>
          <a:xfrm>
            <a:off x="5406474" y="4212634"/>
            <a:ext cx="956032" cy="502595"/>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6" name="Rectangle 85">
            <a:extLst>
              <a:ext uri="{FF2B5EF4-FFF2-40B4-BE49-F238E27FC236}">
                <a16:creationId xmlns:a16="http://schemas.microsoft.com/office/drawing/2014/main" id="{83CAA715-1B8F-3309-3882-7EA0D3762990}"/>
              </a:ext>
            </a:extLst>
          </p:cNvPr>
          <p:cNvSpPr/>
          <p:nvPr/>
        </p:nvSpPr>
        <p:spPr>
          <a:xfrm>
            <a:off x="5406475" y="471523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87" name="Rectangle 86">
            <a:extLst>
              <a:ext uri="{FF2B5EF4-FFF2-40B4-BE49-F238E27FC236}">
                <a16:creationId xmlns:a16="http://schemas.microsoft.com/office/drawing/2014/main" id="{0175DB93-5E27-AC75-A707-A9C6A90AF20C}"/>
              </a:ext>
            </a:extLst>
          </p:cNvPr>
          <p:cNvSpPr/>
          <p:nvPr/>
        </p:nvSpPr>
        <p:spPr>
          <a:xfrm>
            <a:off x="5406475" y="491627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8" name="Rectangle 87">
            <a:extLst>
              <a:ext uri="{FF2B5EF4-FFF2-40B4-BE49-F238E27FC236}">
                <a16:creationId xmlns:a16="http://schemas.microsoft.com/office/drawing/2014/main" id="{136F816D-5FD9-FEB3-799C-EE1216E4557B}"/>
              </a:ext>
            </a:extLst>
          </p:cNvPr>
          <p:cNvSpPr/>
          <p:nvPr/>
        </p:nvSpPr>
        <p:spPr>
          <a:xfrm>
            <a:off x="5406475" y="5117309"/>
            <a:ext cx="956032" cy="564202"/>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89" name="Rectangle 88">
            <a:extLst>
              <a:ext uri="{FF2B5EF4-FFF2-40B4-BE49-F238E27FC236}">
                <a16:creationId xmlns:a16="http://schemas.microsoft.com/office/drawing/2014/main" id="{AF337AB8-B200-C23B-C0D9-6796469A68B5}"/>
              </a:ext>
            </a:extLst>
          </p:cNvPr>
          <p:cNvSpPr/>
          <p:nvPr/>
        </p:nvSpPr>
        <p:spPr>
          <a:xfrm>
            <a:off x="5406474" y="567827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90" name="Rectangle 89">
            <a:extLst>
              <a:ext uri="{FF2B5EF4-FFF2-40B4-BE49-F238E27FC236}">
                <a16:creationId xmlns:a16="http://schemas.microsoft.com/office/drawing/2014/main" id="{84DB6A4F-078F-2E94-CE9D-E0129284D0E6}"/>
              </a:ext>
            </a:extLst>
          </p:cNvPr>
          <p:cNvSpPr/>
          <p:nvPr/>
        </p:nvSpPr>
        <p:spPr>
          <a:xfrm>
            <a:off x="5406474" y="587931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92" name="Straight Connector 91">
            <a:extLst>
              <a:ext uri="{FF2B5EF4-FFF2-40B4-BE49-F238E27FC236}">
                <a16:creationId xmlns:a16="http://schemas.microsoft.com/office/drawing/2014/main" id="{65D575E0-1BB8-1522-FA4B-B1E3C9228D71}"/>
              </a:ext>
            </a:extLst>
          </p:cNvPr>
          <p:cNvCxnSpPr>
            <a:cxnSpLocks/>
          </p:cNvCxnSpPr>
          <p:nvPr/>
        </p:nvCxnSpPr>
        <p:spPr>
          <a:xfrm>
            <a:off x="5406474"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3" name="Straight Connector 92">
            <a:extLst>
              <a:ext uri="{FF2B5EF4-FFF2-40B4-BE49-F238E27FC236}">
                <a16:creationId xmlns:a16="http://schemas.microsoft.com/office/drawing/2014/main" id="{A2EB879C-3D73-1C4A-ADC3-2428A0AC3663}"/>
              </a:ext>
            </a:extLst>
          </p:cNvPr>
          <p:cNvCxnSpPr>
            <a:cxnSpLocks/>
          </p:cNvCxnSpPr>
          <p:nvPr/>
        </p:nvCxnSpPr>
        <p:spPr>
          <a:xfrm>
            <a:off x="6362506" y="6080348"/>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96" name="Straight Connector 95">
            <a:extLst>
              <a:ext uri="{FF2B5EF4-FFF2-40B4-BE49-F238E27FC236}">
                <a16:creationId xmlns:a16="http://schemas.microsoft.com/office/drawing/2014/main" id="{C6B4451F-E1AD-91DA-D8A3-12015D82F27A}"/>
              </a:ext>
            </a:extLst>
          </p:cNvPr>
          <p:cNvCxnSpPr>
            <a:cxnSpLocks/>
            <a:stCxn id="68" idx="3"/>
            <a:endCxn id="81" idx="1"/>
          </p:cNvCxnSpPr>
          <p:nvPr/>
        </p:nvCxnSpPr>
        <p:spPr>
          <a:xfrm flipV="1">
            <a:off x="4883746" y="3911078"/>
            <a:ext cx="522728" cy="2577"/>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08" name="Straight Connector 107">
            <a:extLst>
              <a:ext uri="{FF2B5EF4-FFF2-40B4-BE49-F238E27FC236}">
                <a16:creationId xmlns:a16="http://schemas.microsoft.com/office/drawing/2014/main" id="{702A0E58-252C-02AC-5C94-23BE35525828}"/>
              </a:ext>
            </a:extLst>
          </p:cNvPr>
          <p:cNvCxnSpPr>
            <a:cxnSpLocks/>
            <a:stCxn id="22" idx="3"/>
            <a:endCxn id="71" idx="1"/>
          </p:cNvCxnSpPr>
          <p:nvPr/>
        </p:nvCxnSpPr>
        <p:spPr>
          <a:xfrm flipV="1">
            <a:off x="3163332" y="4727540"/>
            <a:ext cx="767627" cy="18548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3" name="Straight Connector 112">
            <a:extLst>
              <a:ext uri="{FF2B5EF4-FFF2-40B4-BE49-F238E27FC236}">
                <a16:creationId xmlns:a16="http://schemas.microsoft.com/office/drawing/2014/main" id="{28407D1C-0AF8-2169-4F3D-EBA82176B1D1}"/>
              </a:ext>
            </a:extLst>
          </p:cNvPr>
          <p:cNvCxnSpPr>
            <a:cxnSpLocks/>
            <a:stCxn id="29" idx="3"/>
            <a:endCxn id="74" idx="1"/>
          </p:cNvCxnSpPr>
          <p:nvPr/>
        </p:nvCxnSpPr>
        <p:spPr>
          <a:xfrm flipV="1">
            <a:off x="3163331" y="5534937"/>
            <a:ext cx="764383" cy="393008"/>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5" name="Straight Connector 114">
            <a:extLst>
              <a:ext uri="{FF2B5EF4-FFF2-40B4-BE49-F238E27FC236}">
                <a16:creationId xmlns:a16="http://schemas.microsoft.com/office/drawing/2014/main" id="{BB12AD2C-DFAD-23ED-F846-57A1FE69A912}"/>
              </a:ext>
            </a:extLst>
          </p:cNvPr>
          <p:cNvCxnSpPr>
            <a:cxnSpLocks/>
            <a:endCxn id="89" idx="1"/>
          </p:cNvCxnSpPr>
          <p:nvPr/>
        </p:nvCxnSpPr>
        <p:spPr>
          <a:xfrm>
            <a:off x="4750531" y="5531959"/>
            <a:ext cx="655943" cy="246832"/>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117" name="Straight Connector 116">
            <a:extLst>
              <a:ext uri="{FF2B5EF4-FFF2-40B4-BE49-F238E27FC236}">
                <a16:creationId xmlns:a16="http://schemas.microsoft.com/office/drawing/2014/main" id="{FB288D17-FB39-5DC5-04C1-18A7EC43A4A5}"/>
              </a:ext>
            </a:extLst>
          </p:cNvPr>
          <p:cNvCxnSpPr>
            <a:cxnSpLocks/>
            <a:stCxn id="71" idx="3"/>
            <a:endCxn id="86" idx="1"/>
          </p:cNvCxnSpPr>
          <p:nvPr/>
        </p:nvCxnSpPr>
        <p:spPr>
          <a:xfrm>
            <a:off x="4883746" y="4727540"/>
            <a:ext cx="522729" cy="88213"/>
          </a:xfrm>
          <a:prstGeom prst="line">
            <a:avLst/>
          </a:prstGeom>
          <a:ln w="12700">
            <a:solidFill>
              <a:schemeClr val="bg1">
                <a:lumMod val="75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19" name="TextBox 118">
            <a:extLst>
              <a:ext uri="{FF2B5EF4-FFF2-40B4-BE49-F238E27FC236}">
                <a16:creationId xmlns:a16="http://schemas.microsoft.com/office/drawing/2014/main" id="{9E28794C-3647-B314-CFA7-CEF1CD9557CB}"/>
              </a:ext>
            </a:extLst>
          </p:cNvPr>
          <p:cNvSpPr txBox="1"/>
          <p:nvPr/>
        </p:nvSpPr>
        <p:spPr>
          <a:xfrm>
            <a:off x="2158051" y="3571396"/>
            <a:ext cx="1021408"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SCinput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0" name="TextBox 119">
            <a:extLst>
              <a:ext uri="{FF2B5EF4-FFF2-40B4-BE49-F238E27FC236}">
                <a16:creationId xmlns:a16="http://schemas.microsoft.com/office/drawing/2014/main" id="{58BEC286-FFE0-97CD-3A93-6A9F16E59A04}"/>
              </a:ext>
            </a:extLst>
          </p:cNvPr>
          <p:cNvSpPr txBox="1"/>
          <p:nvPr/>
        </p:nvSpPr>
        <p:spPr>
          <a:xfrm>
            <a:off x="3882055" y="3586994"/>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SCoutput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121" name="TextBox 120">
            <a:extLst>
              <a:ext uri="{FF2B5EF4-FFF2-40B4-BE49-F238E27FC236}">
                <a16:creationId xmlns:a16="http://schemas.microsoft.com/office/drawing/2014/main" id="{081A44F5-5640-8310-FE4B-7300ECF3AD74}"/>
              </a:ext>
            </a:extLst>
          </p:cNvPr>
          <p:cNvSpPr txBox="1"/>
          <p:nvPr/>
        </p:nvSpPr>
        <p:spPr>
          <a:xfrm>
            <a:off x="5332207" y="3595867"/>
            <a:ext cx="1067487" cy="142347"/>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b="1" dirty="0" err="1">
                <a:solidFill>
                  <a:schemeClr val="tx2"/>
                </a:solidFill>
                <a:latin typeface="Courier New" panose="02070309020205020404" pitchFamily="49" charset="0"/>
                <a:cs typeface="Courier New" panose="02070309020205020404" pitchFamily="49" charset="0"/>
              </a:rPr>
              <a:t>MLoutput</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46" name="Arrow: Down 45">
            <a:extLst>
              <a:ext uri="{FF2B5EF4-FFF2-40B4-BE49-F238E27FC236}">
                <a16:creationId xmlns:a16="http://schemas.microsoft.com/office/drawing/2014/main" id="{1E4BE94C-85F3-4474-DCB0-436BE5C0B7AE}"/>
              </a:ext>
            </a:extLst>
          </p:cNvPr>
          <p:cNvSpPr/>
          <p:nvPr/>
        </p:nvSpPr>
        <p:spPr>
          <a:xfrm>
            <a:off x="5744898" y="3266876"/>
            <a:ext cx="233251" cy="286236"/>
          </a:xfrm>
          <a:prstGeom prst="downArrow">
            <a:avLst/>
          </a:prstGeom>
          <a:solidFill>
            <a:srgbClr val="00C1D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4" name="Process 108">
            <a:extLst>
              <a:ext uri="{FF2B5EF4-FFF2-40B4-BE49-F238E27FC236}">
                <a16:creationId xmlns:a16="http://schemas.microsoft.com/office/drawing/2014/main" id="{C4BAEDD7-CB4F-8FA3-E866-BC74AF7D8FFF}"/>
              </a:ext>
            </a:extLst>
          </p:cNvPr>
          <p:cNvSpPr/>
          <p:nvPr/>
        </p:nvSpPr>
        <p:spPr>
          <a:xfrm>
            <a:off x="4087099" y="2309461"/>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78" name="Process 108">
            <a:extLst>
              <a:ext uri="{FF2B5EF4-FFF2-40B4-BE49-F238E27FC236}">
                <a16:creationId xmlns:a16="http://schemas.microsoft.com/office/drawing/2014/main" id="{362D4F65-644F-0666-C3CC-F36F11813816}"/>
              </a:ext>
            </a:extLst>
          </p:cNvPr>
          <p:cNvSpPr/>
          <p:nvPr/>
        </p:nvSpPr>
        <p:spPr>
          <a:xfrm>
            <a:off x="5542574" y="2303359"/>
            <a:ext cx="676798" cy="39496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chemeClr val="tx2"/>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chemeClr val="tx2"/>
              </a:solidFill>
              <a:effectLst/>
              <a:uLnTx/>
              <a:uFillTx/>
              <a:latin typeface="Aeonik" panose="020B0503030300000000" pitchFamily="34" charset="0"/>
              <a:ea typeface="+mn-ea"/>
              <a:cs typeface="Calibri" panose="020F0502020204030204" pitchFamily="34" charset="0"/>
            </a:endParaRPr>
          </a:p>
        </p:txBody>
      </p:sp>
      <p:sp>
        <p:nvSpPr>
          <p:cNvPr id="150" name="Process 108">
            <a:extLst>
              <a:ext uri="{FF2B5EF4-FFF2-40B4-BE49-F238E27FC236}">
                <a16:creationId xmlns:a16="http://schemas.microsoft.com/office/drawing/2014/main" id="{2AEB6CC4-1C5B-0A18-C7DB-C28D43331742}"/>
              </a:ext>
            </a:extLst>
          </p:cNvPr>
          <p:cNvSpPr/>
          <p:nvPr/>
        </p:nvSpPr>
        <p:spPr>
          <a:xfrm>
            <a:off x="1173221" y="3017448"/>
            <a:ext cx="149478" cy="141293"/>
          </a:xfrm>
          <a:prstGeom prst="flowChartProcess">
            <a:avLst/>
          </a:prstGeom>
          <a:solidFill>
            <a:srgbClr val="00C1DE"/>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grpSp>
        <p:nvGrpSpPr>
          <p:cNvPr id="16" name="Group 15">
            <a:extLst>
              <a:ext uri="{FF2B5EF4-FFF2-40B4-BE49-F238E27FC236}">
                <a16:creationId xmlns:a16="http://schemas.microsoft.com/office/drawing/2014/main" id="{932BB1EC-103B-182C-6078-5A899E98BB87}"/>
              </a:ext>
            </a:extLst>
          </p:cNvPr>
          <p:cNvGrpSpPr/>
          <p:nvPr/>
        </p:nvGrpSpPr>
        <p:grpSpPr>
          <a:xfrm>
            <a:off x="158899" y="1241844"/>
            <a:ext cx="3087226" cy="2303786"/>
            <a:chOff x="158899" y="1241844"/>
            <a:chExt cx="3087226" cy="2303786"/>
          </a:xfrm>
        </p:grpSpPr>
        <p:pic>
          <p:nvPicPr>
            <p:cNvPr id="9" name="Picture 8">
              <a:extLst>
                <a:ext uri="{FF2B5EF4-FFF2-40B4-BE49-F238E27FC236}">
                  <a16:creationId xmlns:a16="http://schemas.microsoft.com/office/drawing/2014/main" id="{1E0527A5-BC68-1DD9-5EFD-5D8D49F83D26}"/>
                </a:ext>
              </a:extLst>
            </p:cNvPr>
            <p:cNvPicPr>
              <a:picLocks noChangeAspect="1"/>
            </p:cNvPicPr>
            <p:nvPr/>
          </p:nvPicPr>
          <p:blipFill>
            <a:blip r:embed="rId5"/>
            <a:stretch>
              <a:fillRect/>
            </a:stretch>
          </p:blipFill>
          <p:spPr>
            <a:xfrm>
              <a:off x="336265" y="1289006"/>
              <a:ext cx="371504" cy="471311"/>
            </a:xfrm>
            <a:prstGeom prst="rect">
              <a:avLst/>
            </a:prstGeom>
          </p:spPr>
        </p:pic>
        <p:cxnSp>
          <p:nvCxnSpPr>
            <p:cNvPr id="13" name="Straight Arrow Connector 12">
              <a:extLst>
                <a:ext uri="{FF2B5EF4-FFF2-40B4-BE49-F238E27FC236}">
                  <a16:creationId xmlns:a16="http://schemas.microsoft.com/office/drawing/2014/main" id="{E43EFF16-B966-B959-6799-64D0F550479E}"/>
                </a:ext>
              </a:extLst>
            </p:cNvPr>
            <p:cNvCxnSpPr>
              <a:cxnSpLocks/>
            </p:cNvCxnSpPr>
            <p:nvPr/>
          </p:nvCxnSpPr>
          <p:spPr>
            <a:xfrm>
              <a:off x="2087991" y="1760317"/>
              <a:ext cx="1158134" cy="0"/>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3" name="Right Brace 22">
              <a:extLst>
                <a:ext uri="{FF2B5EF4-FFF2-40B4-BE49-F238E27FC236}">
                  <a16:creationId xmlns:a16="http://schemas.microsoft.com/office/drawing/2014/main" id="{7983426C-CCD2-E247-D639-A66A6A4B0594}"/>
                </a:ext>
              </a:extLst>
            </p:cNvPr>
            <p:cNvSpPr/>
            <p:nvPr/>
          </p:nvSpPr>
          <p:spPr>
            <a:xfrm>
              <a:off x="686070" y="1241844"/>
              <a:ext cx="529177" cy="2116512"/>
            </a:xfrm>
            <a:prstGeom prst="rightBrace">
              <a:avLst>
                <a:gd name="adj1" fmla="val 0"/>
                <a:gd name="adj2" fmla="val 27074"/>
              </a:avLst>
            </a:prstGeom>
            <a:ln w="15875">
              <a:solidFill>
                <a:schemeClr val="accent5">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000000"/>
                </a:solidFill>
                <a:effectLst/>
                <a:uLnTx/>
                <a:uFillTx/>
                <a:latin typeface="Aeonik" panose="020B0503030300000000" pitchFamily="34" charset="0"/>
                <a:ea typeface="+mn-ea"/>
                <a:cs typeface="Calibri" panose="020F0502020204030204" pitchFamily="34" charset="0"/>
              </a:endParaRPr>
            </a:p>
          </p:txBody>
        </p:sp>
        <p:pic>
          <p:nvPicPr>
            <p:cNvPr id="27" name="Picture 26">
              <a:extLst>
                <a:ext uri="{FF2B5EF4-FFF2-40B4-BE49-F238E27FC236}">
                  <a16:creationId xmlns:a16="http://schemas.microsoft.com/office/drawing/2014/main" id="{1B86FA98-0E11-A2C6-E207-A06D71F0AEE5}"/>
                </a:ext>
              </a:extLst>
            </p:cNvPr>
            <p:cNvPicPr>
              <a:picLocks noChangeAspect="1"/>
            </p:cNvPicPr>
            <p:nvPr/>
          </p:nvPicPr>
          <p:blipFill>
            <a:blip r:embed="rId6"/>
            <a:stretch>
              <a:fillRect/>
            </a:stretch>
          </p:blipFill>
          <p:spPr>
            <a:xfrm>
              <a:off x="346252" y="2196552"/>
              <a:ext cx="354609" cy="323203"/>
            </a:xfrm>
            <a:prstGeom prst="rect">
              <a:avLst/>
            </a:prstGeom>
          </p:spPr>
        </p:pic>
        <p:pic>
          <p:nvPicPr>
            <p:cNvPr id="28" name="Picture 27">
              <a:extLst>
                <a:ext uri="{FF2B5EF4-FFF2-40B4-BE49-F238E27FC236}">
                  <a16:creationId xmlns:a16="http://schemas.microsoft.com/office/drawing/2014/main" id="{7576DA8F-3544-4118-72CF-DFEB6965F654}"/>
                </a:ext>
              </a:extLst>
            </p:cNvPr>
            <p:cNvPicPr>
              <a:picLocks noChangeAspect="1"/>
            </p:cNvPicPr>
            <p:nvPr/>
          </p:nvPicPr>
          <p:blipFill>
            <a:blip r:embed="rId7"/>
            <a:stretch>
              <a:fillRect/>
            </a:stretch>
          </p:blipFill>
          <p:spPr>
            <a:xfrm>
              <a:off x="320569" y="2929371"/>
              <a:ext cx="405975" cy="194161"/>
            </a:xfrm>
            <a:prstGeom prst="rect">
              <a:avLst/>
            </a:prstGeom>
          </p:spPr>
        </p:pic>
        <p:sp>
          <p:nvSpPr>
            <p:cNvPr id="31" name="TextBox 30">
              <a:extLst>
                <a:ext uri="{FF2B5EF4-FFF2-40B4-BE49-F238E27FC236}">
                  <a16:creationId xmlns:a16="http://schemas.microsoft.com/office/drawing/2014/main" id="{F1F9E2CB-D4F5-E3E9-11E3-AA7DB5A36293}"/>
                </a:ext>
              </a:extLst>
            </p:cNvPr>
            <p:cNvSpPr txBox="1"/>
            <p:nvPr/>
          </p:nvSpPr>
          <p:spPr>
            <a:xfrm>
              <a:off x="158899" y="1802598"/>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Sensor</a:t>
              </a:r>
            </a:p>
          </p:txBody>
        </p:sp>
        <p:sp>
          <p:nvSpPr>
            <p:cNvPr id="32" name="TextBox 31">
              <a:extLst>
                <a:ext uri="{FF2B5EF4-FFF2-40B4-BE49-F238E27FC236}">
                  <a16:creationId xmlns:a16="http://schemas.microsoft.com/office/drawing/2014/main" id="{3367C920-E977-B869-AAC5-1888182DF0DE}"/>
                </a:ext>
              </a:extLst>
            </p:cNvPr>
            <p:cNvSpPr txBox="1"/>
            <p:nvPr/>
          </p:nvSpPr>
          <p:spPr>
            <a:xfrm>
              <a:off x="158899" y="256440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Audio</a:t>
              </a:r>
            </a:p>
          </p:txBody>
        </p:sp>
        <p:sp>
          <p:nvSpPr>
            <p:cNvPr id="33" name="TextBox 32">
              <a:extLst>
                <a:ext uri="{FF2B5EF4-FFF2-40B4-BE49-F238E27FC236}">
                  <a16:creationId xmlns:a16="http://schemas.microsoft.com/office/drawing/2014/main" id="{3B4E6066-5F17-8671-C864-EA890AA07E52}"/>
                </a:ext>
              </a:extLst>
            </p:cNvPr>
            <p:cNvSpPr txBox="1"/>
            <p:nvPr/>
          </p:nvSpPr>
          <p:spPr>
            <a:xfrm>
              <a:off x="158899" y="3175214"/>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35" name="Process 104">
              <a:extLst>
                <a:ext uri="{FF2B5EF4-FFF2-40B4-BE49-F238E27FC236}">
                  <a16:creationId xmlns:a16="http://schemas.microsoft.com/office/drawing/2014/main" id="{BB6120D9-548A-9428-DECC-BC90526030F3}"/>
                </a:ext>
              </a:extLst>
            </p:cNvPr>
            <p:cNvSpPr/>
            <p:nvPr/>
          </p:nvSpPr>
          <p:spPr>
            <a:xfrm>
              <a:off x="1216854" y="1595073"/>
              <a:ext cx="903320" cy="437953"/>
            </a:xfrm>
            <a:prstGeom prst="flowChartProcess">
              <a:avLst/>
            </a:prstGeom>
            <a:solidFill>
              <a:schemeClr val="accent5">
                <a:lumMod val="75000"/>
              </a:schemeClr>
            </a:solidFill>
            <a:ln w="15875">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91" name="Process 108">
              <a:extLst>
                <a:ext uri="{FF2B5EF4-FFF2-40B4-BE49-F238E27FC236}">
                  <a16:creationId xmlns:a16="http://schemas.microsoft.com/office/drawing/2014/main" id="{D3E0BC7B-EE21-0A4E-C94E-2B93A456FDF5}"/>
                </a:ext>
              </a:extLst>
            </p:cNvPr>
            <p:cNvSpPr/>
            <p:nvPr/>
          </p:nvSpPr>
          <p:spPr>
            <a:xfrm>
              <a:off x="1977171" y="2304451"/>
              <a:ext cx="676798" cy="39496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a:t>
              </a:r>
            </a:p>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10" name="Straight Arrow Connector 109">
              <a:extLst>
                <a:ext uri="{FF2B5EF4-FFF2-40B4-BE49-F238E27FC236}">
                  <a16:creationId xmlns:a16="http://schemas.microsoft.com/office/drawing/2014/main" id="{1A3A87F9-9B2F-FC03-A0D9-18E6DEE8D949}"/>
                </a:ext>
              </a:extLst>
            </p:cNvPr>
            <p:cNvCxnSpPr>
              <a:cxnSpLocks/>
              <a:endCxn id="91" idx="0"/>
            </p:cNvCxnSpPr>
            <p:nvPr/>
          </p:nvCxnSpPr>
          <p:spPr>
            <a:xfrm>
              <a:off x="2315570" y="1760317"/>
              <a:ext cx="0" cy="544134"/>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14E026B9-9B32-4736-8D61-6DA04E4442C7}"/>
                </a:ext>
              </a:extLst>
            </p:cNvPr>
            <p:cNvCxnSpPr>
              <a:cxnSpLocks/>
              <a:stCxn id="91" idx="2"/>
            </p:cNvCxnSpPr>
            <p:nvPr/>
          </p:nvCxnSpPr>
          <p:spPr>
            <a:xfrm>
              <a:off x="2315570" y="2699414"/>
              <a:ext cx="0" cy="158458"/>
            </a:xfrm>
            <a:prstGeom prst="straightConnector1">
              <a:avLst/>
            </a:prstGeom>
            <a:ln w="15875">
              <a:solidFill>
                <a:schemeClr val="accent5">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49" name="Arrow: Down 48">
              <a:extLst>
                <a:ext uri="{FF2B5EF4-FFF2-40B4-BE49-F238E27FC236}">
                  <a16:creationId xmlns:a16="http://schemas.microsoft.com/office/drawing/2014/main" id="{C20A76D6-474E-A816-78F0-1024F9A1DD4C}"/>
                </a:ext>
              </a:extLst>
            </p:cNvPr>
            <p:cNvSpPr/>
            <p:nvPr/>
          </p:nvSpPr>
          <p:spPr>
            <a:xfrm>
              <a:off x="2196668" y="3259394"/>
              <a:ext cx="233251" cy="286236"/>
            </a:xfrm>
            <a:prstGeom prst="downArrow">
              <a:avLst/>
            </a:prstGeom>
            <a:solidFill>
              <a:schemeClr val="accent5">
                <a:lumMod val="75000"/>
              </a:schemeClr>
            </a:solidFill>
            <a:ln>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Process 108">
              <a:extLst>
                <a:ext uri="{FF2B5EF4-FFF2-40B4-BE49-F238E27FC236}">
                  <a16:creationId xmlns:a16="http://schemas.microsoft.com/office/drawing/2014/main" id="{FB4FB69B-0939-0DA6-8357-1D34CFEFB8F5}"/>
                </a:ext>
              </a:extLst>
            </p:cNvPr>
            <p:cNvSpPr/>
            <p:nvPr/>
          </p:nvSpPr>
          <p:spPr>
            <a:xfrm>
              <a:off x="1173225" y="2570910"/>
              <a:ext cx="149478" cy="141293"/>
            </a:xfrm>
            <a:prstGeom prst="flowChartProcess">
              <a:avLst/>
            </a:prstGeom>
            <a:solidFill>
              <a:schemeClr val="accent5">
                <a:lumMod val="75000"/>
              </a:scheme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1" name="TextBox 150">
              <a:extLst>
                <a:ext uri="{FF2B5EF4-FFF2-40B4-BE49-F238E27FC236}">
                  <a16:creationId xmlns:a16="http://schemas.microsoft.com/office/drawing/2014/main" id="{ACE26AF9-611A-72B7-623C-062300A58292}"/>
                </a:ext>
              </a:extLst>
            </p:cNvPr>
            <p:cNvSpPr txBox="1"/>
            <p:nvPr/>
          </p:nvSpPr>
          <p:spPr>
            <a:xfrm>
              <a:off x="1340083" y="2577106"/>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Recording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grpSp>
        <p:nvGrpSpPr>
          <p:cNvPr id="18" name="Group 17">
            <a:extLst>
              <a:ext uri="{FF2B5EF4-FFF2-40B4-BE49-F238E27FC236}">
                <a16:creationId xmlns:a16="http://schemas.microsoft.com/office/drawing/2014/main" id="{0AB18E40-CA75-2DC2-F058-00E3303769C3}"/>
              </a:ext>
            </a:extLst>
          </p:cNvPr>
          <p:cNvGrpSpPr/>
          <p:nvPr/>
        </p:nvGrpSpPr>
        <p:grpSpPr>
          <a:xfrm>
            <a:off x="1173223" y="1869050"/>
            <a:ext cx="2217621" cy="1676580"/>
            <a:chOff x="1173223" y="1869050"/>
            <a:chExt cx="2217621" cy="1676580"/>
          </a:xfrm>
        </p:grpSpPr>
        <p:sp>
          <p:nvSpPr>
            <p:cNvPr id="2" name="Process 108">
              <a:extLst>
                <a:ext uri="{FF2B5EF4-FFF2-40B4-BE49-F238E27FC236}">
                  <a16:creationId xmlns:a16="http://schemas.microsoft.com/office/drawing/2014/main" id="{B6EC5A83-7187-D3F6-D4BA-F43B60BC38D6}"/>
                </a:ext>
              </a:extLst>
            </p:cNvPr>
            <p:cNvSpPr/>
            <p:nvPr/>
          </p:nvSpPr>
          <p:spPr>
            <a:xfrm>
              <a:off x="2737860" y="2304720"/>
              <a:ext cx="652984" cy="39496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SDS</a:t>
              </a:r>
              <a:b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11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Stream</a:t>
              </a: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51" name="Arrow: Down 50">
              <a:extLst>
                <a:ext uri="{FF2B5EF4-FFF2-40B4-BE49-F238E27FC236}">
                  <a16:creationId xmlns:a16="http://schemas.microsoft.com/office/drawing/2014/main" id="{0DCEB79A-E39D-478E-D1A1-47224D95792B}"/>
                </a:ext>
              </a:extLst>
            </p:cNvPr>
            <p:cNvSpPr/>
            <p:nvPr/>
          </p:nvSpPr>
          <p:spPr>
            <a:xfrm rot="10800000">
              <a:off x="2956976" y="3259394"/>
              <a:ext cx="233251" cy="286236"/>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8" name="Connector: Elbow 57">
              <a:extLst>
                <a:ext uri="{FF2B5EF4-FFF2-40B4-BE49-F238E27FC236}">
                  <a16:creationId xmlns:a16="http://schemas.microsoft.com/office/drawing/2014/main" id="{DA578FCB-5A5A-C6EC-CFC6-02293D61E4A4}"/>
                </a:ext>
              </a:extLst>
            </p:cNvPr>
            <p:cNvCxnSpPr>
              <a:cxnSpLocks/>
              <a:stCxn id="2" idx="0"/>
            </p:cNvCxnSpPr>
            <p:nvPr/>
          </p:nvCxnSpPr>
          <p:spPr>
            <a:xfrm rot="5400000" flipH="1" flipV="1">
              <a:off x="2937403" y="1995999"/>
              <a:ext cx="435670" cy="181772"/>
            </a:xfrm>
            <a:prstGeom prst="bentConnector3">
              <a:avLst>
                <a:gd name="adj1" fmla="val 100498"/>
              </a:avLst>
            </a:prstGeom>
            <a:ln w="15875">
              <a:tailEnd type="triangle"/>
            </a:ln>
          </p:spPr>
          <p:style>
            <a:lnRef idx="1">
              <a:schemeClr val="accent1"/>
            </a:lnRef>
            <a:fillRef idx="0">
              <a:schemeClr val="accent1"/>
            </a:fillRef>
            <a:effectRef idx="0">
              <a:schemeClr val="accent1"/>
            </a:effectRef>
            <a:fontRef idx="minor">
              <a:schemeClr val="tx1"/>
            </a:fontRef>
          </p:style>
        </p:cxnSp>
        <p:cxnSp>
          <p:nvCxnSpPr>
            <p:cNvPr id="142" name="Straight Arrow Connector 141">
              <a:extLst>
                <a:ext uri="{FF2B5EF4-FFF2-40B4-BE49-F238E27FC236}">
                  <a16:creationId xmlns:a16="http://schemas.microsoft.com/office/drawing/2014/main" id="{B4700813-A573-69D6-0682-923067FC5F22}"/>
                </a:ext>
              </a:extLst>
            </p:cNvPr>
            <p:cNvCxnSpPr>
              <a:cxnSpLocks/>
              <a:endCxn id="2" idx="2"/>
            </p:cNvCxnSpPr>
            <p:nvPr/>
          </p:nvCxnSpPr>
          <p:spPr>
            <a:xfrm flipH="1" flipV="1">
              <a:off x="3064352" y="2699683"/>
              <a:ext cx="1" cy="16514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Process 108">
              <a:extLst>
                <a:ext uri="{FF2B5EF4-FFF2-40B4-BE49-F238E27FC236}">
                  <a16:creationId xmlns:a16="http://schemas.microsoft.com/office/drawing/2014/main" id="{5F8EF4BE-CB25-EFF8-7BEB-88B0B75BEBB1}"/>
                </a:ext>
              </a:extLst>
            </p:cNvPr>
            <p:cNvSpPr/>
            <p:nvPr/>
          </p:nvSpPr>
          <p:spPr>
            <a:xfrm>
              <a:off x="1173223" y="2794179"/>
              <a:ext cx="149478" cy="141293"/>
            </a:xfrm>
            <a:prstGeom prst="flowChartProcess">
              <a:avLst/>
            </a:prstGeom>
            <a:solidFill>
              <a:schemeClr val="accent1"/>
            </a:solidFill>
            <a:ln w="15875">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152" name="TextBox 151">
              <a:extLst>
                <a:ext uri="{FF2B5EF4-FFF2-40B4-BE49-F238E27FC236}">
                  <a16:creationId xmlns:a16="http://schemas.microsoft.com/office/drawing/2014/main" id="{5B850043-B66A-63B5-F876-66C77EE1BFD3}"/>
                </a:ext>
              </a:extLst>
            </p:cNvPr>
            <p:cNvSpPr txBox="1"/>
            <p:nvPr/>
          </p:nvSpPr>
          <p:spPr>
            <a:xfrm>
              <a:off x="1347558" y="2795690"/>
              <a:ext cx="551175"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Playback</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grpSp>
      <p:sp>
        <p:nvSpPr>
          <p:cNvPr id="153" name="TextBox 152">
            <a:extLst>
              <a:ext uri="{FF2B5EF4-FFF2-40B4-BE49-F238E27FC236}">
                <a16:creationId xmlns:a16="http://schemas.microsoft.com/office/drawing/2014/main" id="{05C0245D-B923-C221-5169-7EB199F63ABC}"/>
              </a:ext>
            </a:extLst>
          </p:cNvPr>
          <p:cNvSpPr txBox="1"/>
          <p:nvPr/>
        </p:nvSpPr>
        <p:spPr>
          <a:xfrm>
            <a:off x="1355033" y="3026974"/>
            <a:ext cx="581702"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Any mode</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155" name="TextBox 154">
            <a:extLst>
              <a:ext uri="{FF2B5EF4-FFF2-40B4-BE49-F238E27FC236}">
                <a16:creationId xmlns:a16="http://schemas.microsoft.com/office/drawing/2014/main" id="{C8F1F20E-2B5A-CFAE-F13C-FD0B8842B894}"/>
              </a:ext>
            </a:extLst>
          </p:cNvPr>
          <p:cNvSpPr txBox="1"/>
          <p:nvPr/>
        </p:nvSpPr>
        <p:spPr>
          <a:xfrm>
            <a:off x="1183003" y="2396990"/>
            <a:ext cx="750630" cy="124650"/>
          </a:xfrm>
          <a:prstGeom prst="rect">
            <a:avLst/>
          </a:prstGeom>
          <a:noFill/>
        </p:spPr>
        <p:txBody>
          <a:bodyPr wrap="square" lIns="0" tIns="0" rIns="0" bIns="0" rtlCol="0">
            <a:spAutoFit/>
          </a:bodyPr>
          <a:lstStyle/>
          <a:p>
            <a:pPr marL="0" marR="0" lvl="0" indent="0" defTabSz="914377" rtl="0" eaLnBrk="1" fontAlgn="base" latinLnBrk="0" hangingPunct="1">
              <a:lnSpc>
                <a:spcPct val="90000"/>
              </a:lnSpc>
              <a:spcBef>
                <a:spcPts val="0"/>
              </a:spcBef>
              <a:spcAft>
                <a:spcPts val="600"/>
              </a:spcAft>
              <a:buClrTx/>
              <a:buSzTx/>
              <a:buFontTx/>
              <a:buNone/>
              <a:tabLst/>
              <a:defRPr/>
            </a:pPr>
            <a:r>
              <a:rPr lang="en-US" sz="900" dirty="0">
                <a:latin typeface="Aeonik" panose="020B0503030300000000" pitchFamily="34" charset="0"/>
                <a:cs typeface="Calibri" panose="020F0502020204030204" pitchFamily="34" charset="0"/>
              </a:rPr>
              <a:t>Active during</a:t>
            </a:r>
            <a:endParaRPr kumimoji="0" lang="en-US" sz="900"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 name="Title 2">
            <a:extLst>
              <a:ext uri="{FF2B5EF4-FFF2-40B4-BE49-F238E27FC236}">
                <a16:creationId xmlns:a16="http://schemas.microsoft.com/office/drawing/2014/main" id="{75463B0B-121D-28B6-1C3E-BD604F75401A}"/>
              </a:ext>
            </a:extLst>
          </p:cNvPr>
          <p:cNvSpPr>
            <a:spLocks noGrp="1"/>
          </p:cNvSpPr>
          <p:nvPr>
            <p:ph type="title"/>
          </p:nvPr>
        </p:nvSpPr>
        <p:spPr/>
        <p:txBody>
          <a:bodyPr/>
          <a:lstStyle/>
          <a:p>
            <a:r>
              <a:rPr lang="en-US" dirty="0"/>
              <a:t>SDS software developer framework DSP / ML algorithm design</a:t>
            </a:r>
          </a:p>
        </p:txBody>
      </p:sp>
      <p:sp>
        <p:nvSpPr>
          <p:cNvPr id="6" name="TextBox 5">
            <a:extLst>
              <a:ext uri="{FF2B5EF4-FFF2-40B4-BE49-F238E27FC236}">
                <a16:creationId xmlns:a16="http://schemas.microsoft.com/office/drawing/2014/main" id="{231CF2D3-56B3-F331-F633-42CF8895C024}"/>
              </a:ext>
            </a:extLst>
          </p:cNvPr>
          <p:cNvSpPr txBox="1"/>
          <p:nvPr/>
        </p:nvSpPr>
        <p:spPr>
          <a:xfrm>
            <a:off x="328179" y="4346401"/>
            <a:ext cx="1630918"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hlinkClick r:id="rId8"/>
              </a:rPr>
              <a:t>Metadata files</a:t>
            </a:r>
            <a:r>
              <a:rPr lang="en-US" sz="1200" kern="1200" dirty="0">
                <a:solidFill>
                  <a:schemeClr val="tx2"/>
                </a:solidFill>
                <a:latin typeface="+mn-lt"/>
                <a:ea typeface="+mn-ea"/>
                <a:cs typeface="+mn-cs"/>
              </a:rPr>
              <a:t> describe data stream content</a:t>
            </a:r>
          </a:p>
        </p:txBody>
      </p:sp>
      <p:sp>
        <p:nvSpPr>
          <p:cNvPr id="7" name="TextBox 6">
            <a:extLst>
              <a:ext uri="{FF2B5EF4-FFF2-40B4-BE49-F238E27FC236}">
                <a16:creationId xmlns:a16="http://schemas.microsoft.com/office/drawing/2014/main" id="{EACFFC66-8A53-1748-089C-10F999F508DC}"/>
              </a:ext>
            </a:extLst>
          </p:cNvPr>
          <p:cNvSpPr txBox="1"/>
          <p:nvPr/>
        </p:nvSpPr>
        <p:spPr>
          <a:xfrm>
            <a:off x="6688998" y="1071104"/>
            <a:ext cx="5170142" cy="5584606"/>
          </a:xfrm>
          <a:prstGeom prst="rect">
            <a:avLst/>
          </a:prstGeom>
          <a:noFill/>
        </p:spPr>
        <p:txBody>
          <a:bodyPr wrap="square" lIns="0" tIns="0" rIns="0" bIns="0" rtlCol="0">
            <a:spAutoFit/>
          </a:bodyPr>
          <a:lstStyle/>
          <a:p>
            <a:r>
              <a:rPr lang="en-US" sz="1600" dirty="0"/>
              <a:t>DSP / ML algorithms operate on time-series data streams, such as sensor data, audio samples, or video frames, using fixed or variable-size blocks.</a:t>
            </a:r>
          </a:p>
          <a:p>
            <a:endParaRPr lang="en-US" sz="1000" dirty="0"/>
          </a:p>
          <a:p>
            <a:r>
              <a:rPr lang="en-US" sz="1600" b="1" dirty="0"/>
              <a:t>SDS is a software developer framework for DSP / ML:</a:t>
            </a:r>
          </a:p>
          <a:p>
            <a:pPr marL="227013" indent="-227013">
              <a:buFont typeface="Arial" panose="020B0604020202020204" pitchFamily="34" charset="0"/>
              <a:buChar char="•"/>
            </a:pPr>
            <a:r>
              <a:rPr lang="en-US" sz="1600" dirty="0"/>
              <a:t>Handle sensor, audio, and video streams flexibly.</a:t>
            </a:r>
          </a:p>
          <a:p>
            <a:pPr marL="227013" indent="-227013">
              <a:buFont typeface="Arial" panose="020B0604020202020204" pitchFamily="34" charset="0"/>
              <a:buChar char="•"/>
            </a:pPr>
            <a:r>
              <a:rPr lang="en-US" sz="1600" dirty="0"/>
              <a:t>Multiple streams with time-drift handling for sensor fusion.</a:t>
            </a:r>
          </a:p>
          <a:p>
            <a:pPr marL="227013" indent="-227013">
              <a:buFont typeface="Arial" panose="020B0604020202020204" pitchFamily="34" charset="0"/>
              <a:buChar char="•"/>
            </a:pPr>
            <a:r>
              <a:rPr lang="en-US" sz="1600" dirty="0"/>
              <a:t>Record real-world target data for analysis and development.</a:t>
            </a:r>
          </a:p>
          <a:p>
            <a:pPr marL="227013" indent="-227013">
              <a:buFont typeface="Arial" panose="020B0604020202020204" pitchFamily="34" charset="0"/>
              <a:buChar char="•"/>
            </a:pPr>
            <a:r>
              <a:rPr lang="en-US" sz="1600" dirty="0"/>
              <a:t>Replay streams on hardware or </a:t>
            </a:r>
            <a:r>
              <a:rPr lang="en-US" sz="1600" u="sng" dirty="0">
                <a:hlinkClick r:id="rId9"/>
              </a:rPr>
              <a:t>simulation</a:t>
            </a:r>
            <a:r>
              <a:rPr lang="en-US" sz="1600" dirty="0"/>
              <a:t> for validation.</a:t>
            </a:r>
          </a:p>
          <a:p>
            <a:endParaRPr lang="en-US" sz="1000" dirty="0"/>
          </a:p>
          <a:p>
            <a:r>
              <a:rPr lang="en-US" sz="1600" b="1" dirty="0"/>
              <a:t>Captured data streams simplify development:</a:t>
            </a:r>
          </a:p>
          <a:p>
            <a:pPr marL="227013" indent="-227013">
              <a:buFont typeface="Arial" panose="020B0604020202020204" pitchFamily="34" charset="0"/>
              <a:buChar char="•"/>
            </a:pPr>
            <a:r>
              <a:rPr lang="en-US" sz="1600" dirty="0"/>
              <a:t>Validate input streams and algorithm outputs.</a:t>
            </a:r>
          </a:p>
          <a:p>
            <a:pPr marL="227013" indent="-227013">
              <a:buFont typeface="Arial" panose="020B0604020202020204" pitchFamily="34" charset="0"/>
              <a:buChar char="•"/>
            </a:pPr>
            <a:r>
              <a:rPr lang="en-US" sz="1600" dirty="0"/>
              <a:t>Provide input for DSP filter design or ML model training.</a:t>
            </a:r>
          </a:p>
          <a:p>
            <a:pPr marL="227013" indent="-227013">
              <a:buFont typeface="Arial" panose="020B0604020202020204" pitchFamily="34" charset="0"/>
              <a:buChar char="•"/>
            </a:pPr>
            <a:r>
              <a:rPr lang="en-US" sz="1600" dirty="0"/>
              <a:t>Enable reproducible regression tests.</a:t>
            </a:r>
          </a:p>
          <a:p>
            <a:pPr marL="227013" indent="-227013">
              <a:buFont typeface="Arial" panose="020B0604020202020204" pitchFamily="34" charset="0"/>
              <a:buChar char="•"/>
            </a:pPr>
            <a:r>
              <a:rPr lang="en-US" sz="1600" dirty="0"/>
              <a:t>Use artificially generated input data for algorithm testing.</a:t>
            </a:r>
          </a:p>
          <a:p>
            <a:endParaRPr lang="en-US" sz="1000" dirty="0"/>
          </a:p>
          <a:p>
            <a:r>
              <a:rPr lang="en-US" sz="1600" b="1" dirty="0"/>
              <a:t>SDS v3 adds a control interface in the SDSIO-Server:</a:t>
            </a:r>
          </a:p>
          <a:p>
            <a:pPr marL="227013" indent="-227013">
              <a:buFont typeface="Arial" panose="020B0604020202020204" pitchFamily="34" charset="0"/>
              <a:buChar char="•"/>
            </a:pPr>
            <a:r>
              <a:rPr lang="en-US" sz="1600" dirty="0"/>
              <a:t>Operate through </a:t>
            </a:r>
            <a:r>
              <a:rPr lang="en-US" sz="1600" dirty="0">
                <a:hlinkClick r:id="rId10"/>
              </a:rPr>
              <a:t>SDS VS Code extension</a:t>
            </a:r>
            <a:r>
              <a:rPr lang="en-US" sz="1600" dirty="0"/>
              <a:t> on in CLI mode.</a:t>
            </a:r>
          </a:p>
          <a:p>
            <a:pPr marL="227013" indent="-227013">
              <a:buFont typeface="Arial" panose="020B0604020202020204" pitchFamily="34" charset="0"/>
              <a:buChar char="•"/>
            </a:pPr>
            <a:r>
              <a:rPr lang="en-US" sz="1600" dirty="0"/>
              <a:t>Record and playback mode in the same firmware image.</a:t>
            </a:r>
          </a:p>
          <a:p>
            <a:pPr marL="227013" indent="-227013">
              <a:buFont typeface="Arial" panose="020B0604020202020204" pitchFamily="34" charset="0"/>
              <a:buChar char="•"/>
            </a:pPr>
            <a:r>
              <a:rPr lang="en-US" sz="1600" dirty="0"/>
              <a:t>Use flags to configure algorithms or run A/B tests.</a:t>
            </a:r>
          </a:p>
          <a:p>
            <a:pPr marL="227013" indent="-227013">
              <a:buFont typeface="Arial" panose="020B0604020202020204" pitchFamily="34" charset="0"/>
              <a:buChar char="•"/>
            </a:pPr>
            <a:r>
              <a:rPr lang="en-US" sz="1600" dirty="0"/>
              <a:t>Manage playback streams for regression testing.</a:t>
            </a:r>
          </a:p>
          <a:p>
            <a:endParaRPr lang="en-US" sz="1000" dirty="0"/>
          </a:p>
          <a:p>
            <a:r>
              <a:rPr lang="en-US" sz="1600" b="1" dirty="0"/>
              <a:t>Deploy to hardware:</a:t>
            </a:r>
            <a:r>
              <a:rPr lang="en-US" sz="1400" b="1" dirty="0"/>
              <a:t> </a:t>
            </a:r>
            <a:r>
              <a:rPr lang="en-US" sz="1600" dirty="0">
                <a:solidFill>
                  <a:schemeClr val="tx2"/>
                </a:solidFill>
                <a:latin typeface="+mn-lt"/>
                <a:ea typeface="+mn-ea"/>
                <a:sym typeface="Wingdings" panose="05000000000000000000" pitchFamily="2" charset="2"/>
                <a:hlinkClick r:id="rId11"/>
              </a:rPr>
              <a:t> </a:t>
            </a:r>
            <a:r>
              <a:rPr lang="en-US" sz="1600" dirty="0">
                <a:solidFill>
                  <a:schemeClr val="tx2"/>
                </a:solidFill>
                <a:latin typeface="+mn-lt"/>
                <a:ea typeface="+mn-ea"/>
                <a:hlinkClick r:id="rId11"/>
              </a:rPr>
              <a:t>SDS Template Application</a:t>
            </a:r>
            <a:endParaRPr lang="en-US" dirty="0">
              <a:solidFill>
                <a:schemeClr val="tx2"/>
              </a:solidFill>
              <a:latin typeface="+mn-lt"/>
              <a:ea typeface="+mn-ea"/>
            </a:endParaRPr>
          </a:p>
          <a:p>
            <a:pPr eaLnBrk="1" hangingPunct="1">
              <a:lnSpc>
                <a:spcPct val="90000"/>
              </a:lnSpc>
              <a:spcBef>
                <a:spcPts val="0"/>
              </a:spcBef>
              <a:spcAft>
                <a:spcPts val="600"/>
              </a:spcAft>
            </a:pPr>
            <a:endParaRPr lang="en-US" sz="2100" kern="1200" dirty="0">
              <a:solidFill>
                <a:schemeClr val="tx2"/>
              </a:solidFill>
              <a:latin typeface="+mn-lt"/>
              <a:ea typeface="+mn-ea"/>
              <a:cs typeface="+mn-cs"/>
            </a:endParaRPr>
          </a:p>
        </p:txBody>
      </p:sp>
    </p:spTree>
    <p:extLst>
      <p:ext uri="{BB962C8B-B14F-4D97-AF65-F5344CB8AC3E}">
        <p14:creationId xmlns:p14="http://schemas.microsoft.com/office/powerpoint/2010/main" val="2798035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par>
                                <p:cTn id="7" presetID="1" presetClass="exit" presetSubtype="0" fill="hold" nodeType="withEffect">
                                  <p:stCondLst>
                                    <p:cond delay="0"/>
                                  </p:stCondLst>
                                  <p:childTnLst>
                                    <p:set>
                                      <p:cBhvr>
                                        <p:cTn id="8"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97B78-7363-3D4F-BA41-015E399EC325}"/>
              </a:ext>
            </a:extLst>
          </p:cNvPr>
          <p:cNvSpPr>
            <a:spLocks noGrp="1"/>
          </p:cNvSpPr>
          <p:nvPr>
            <p:ph type="title"/>
          </p:nvPr>
        </p:nvSpPr>
        <p:spPr/>
        <p:txBody>
          <a:bodyPr/>
          <a:lstStyle/>
          <a:p>
            <a:r>
              <a:rPr lang="en-US"/>
              <a:t>Data Labelling and Regression Test Configuration </a:t>
            </a:r>
          </a:p>
        </p:txBody>
      </p:sp>
      <p:sp>
        <p:nvSpPr>
          <p:cNvPr id="3" name="Rectangle 2">
            <a:extLst>
              <a:ext uri="{FF2B5EF4-FFF2-40B4-BE49-F238E27FC236}">
                <a16:creationId xmlns:a16="http://schemas.microsoft.com/office/drawing/2014/main" id="{F2EC980E-74CC-7028-7128-4A0D86FEA4A3}"/>
              </a:ext>
            </a:extLst>
          </p:cNvPr>
          <p:cNvSpPr/>
          <p:nvPr/>
        </p:nvSpPr>
        <p:spPr>
          <a:xfrm>
            <a:off x="554859" y="2649774"/>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4" name="Rectangle 3">
            <a:extLst>
              <a:ext uri="{FF2B5EF4-FFF2-40B4-BE49-F238E27FC236}">
                <a16:creationId xmlns:a16="http://schemas.microsoft.com/office/drawing/2014/main" id="{D5560B2F-6BF4-C7C7-01EA-527C1B8E0E0D}"/>
              </a:ext>
            </a:extLst>
          </p:cNvPr>
          <p:cNvSpPr/>
          <p:nvPr/>
        </p:nvSpPr>
        <p:spPr>
          <a:xfrm>
            <a:off x="554859" y="2850812"/>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5" name="Rectangle 4">
            <a:extLst>
              <a:ext uri="{FF2B5EF4-FFF2-40B4-BE49-F238E27FC236}">
                <a16:creationId xmlns:a16="http://schemas.microsoft.com/office/drawing/2014/main" id="{F58F0331-50E6-4DC0-3AA2-57FD495D86AD}"/>
              </a:ext>
            </a:extLst>
          </p:cNvPr>
          <p:cNvSpPr/>
          <p:nvPr/>
        </p:nvSpPr>
        <p:spPr>
          <a:xfrm>
            <a:off x="554859" y="3051849"/>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6" name="Rectangle 5">
            <a:extLst>
              <a:ext uri="{FF2B5EF4-FFF2-40B4-BE49-F238E27FC236}">
                <a16:creationId xmlns:a16="http://schemas.microsoft.com/office/drawing/2014/main" id="{A1D9FC23-04EE-1E74-8DDB-F67529641187}"/>
              </a:ext>
            </a:extLst>
          </p:cNvPr>
          <p:cNvSpPr/>
          <p:nvPr/>
        </p:nvSpPr>
        <p:spPr>
          <a:xfrm>
            <a:off x="554860" y="3651724"/>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7" name="Rectangle 6">
            <a:extLst>
              <a:ext uri="{FF2B5EF4-FFF2-40B4-BE49-F238E27FC236}">
                <a16:creationId xmlns:a16="http://schemas.microsoft.com/office/drawing/2014/main" id="{24481E57-FD43-4127-EB60-73CF406D5331}"/>
              </a:ext>
            </a:extLst>
          </p:cNvPr>
          <p:cNvSpPr/>
          <p:nvPr/>
        </p:nvSpPr>
        <p:spPr>
          <a:xfrm>
            <a:off x="554860" y="3852762"/>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8" name="Rectangle 7">
            <a:extLst>
              <a:ext uri="{FF2B5EF4-FFF2-40B4-BE49-F238E27FC236}">
                <a16:creationId xmlns:a16="http://schemas.microsoft.com/office/drawing/2014/main" id="{D08FC379-5804-5B02-9332-0AF02165909B}"/>
              </a:ext>
            </a:extLst>
          </p:cNvPr>
          <p:cNvSpPr/>
          <p:nvPr/>
        </p:nvSpPr>
        <p:spPr>
          <a:xfrm>
            <a:off x="554860" y="4053799"/>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9" name="Rectangle 8">
            <a:extLst>
              <a:ext uri="{FF2B5EF4-FFF2-40B4-BE49-F238E27FC236}">
                <a16:creationId xmlns:a16="http://schemas.microsoft.com/office/drawing/2014/main" id="{2762B8A7-327D-3F67-AFF2-F92810C171C7}"/>
              </a:ext>
            </a:extLst>
          </p:cNvPr>
          <p:cNvSpPr/>
          <p:nvPr/>
        </p:nvSpPr>
        <p:spPr>
          <a:xfrm>
            <a:off x="554859" y="466664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0" name="Rectangle 9">
            <a:extLst>
              <a:ext uri="{FF2B5EF4-FFF2-40B4-BE49-F238E27FC236}">
                <a16:creationId xmlns:a16="http://schemas.microsoft.com/office/drawing/2014/main" id="{1A238A8D-5E1B-4B63-6B87-4B462F46D1A8}"/>
              </a:ext>
            </a:extLst>
          </p:cNvPr>
          <p:cNvSpPr/>
          <p:nvPr/>
        </p:nvSpPr>
        <p:spPr>
          <a:xfrm>
            <a:off x="554859" y="486767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11" name="Straight Connector 10">
            <a:extLst>
              <a:ext uri="{FF2B5EF4-FFF2-40B4-BE49-F238E27FC236}">
                <a16:creationId xmlns:a16="http://schemas.microsoft.com/office/drawing/2014/main" id="{0277E518-22E2-4732-5259-8637BDB8C2CC}"/>
              </a:ext>
            </a:extLst>
          </p:cNvPr>
          <p:cNvCxnSpPr>
            <a:cxnSpLocks/>
          </p:cNvCxnSpPr>
          <p:nvPr/>
        </p:nvCxnSpPr>
        <p:spPr>
          <a:xfrm>
            <a:off x="554859"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12" name="Straight Connector 11">
            <a:extLst>
              <a:ext uri="{FF2B5EF4-FFF2-40B4-BE49-F238E27FC236}">
                <a16:creationId xmlns:a16="http://schemas.microsoft.com/office/drawing/2014/main" id="{B76052C5-4EB0-AA1E-201F-295800017F99}"/>
              </a:ext>
            </a:extLst>
          </p:cNvPr>
          <p:cNvCxnSpPr>
            <a:cxnSpLocks/>
          </p:cNvCxnSpPr>
          <p:nvPr/>
        </p:nvCxnSpPr>
        <p:spPr>
          <a:xfrm>
            <a:off x="1510891" y="5068717"/>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13" name="TextBox 12">
            <a:extLst>
              <a:ext uri="{FF2B5EF4-FFF2-40B4-BE49-F238E27FC236}">
                <a16:creationId xmlns:a16="http://schemas.microsoft.com/office/drawing/2014/main" id="{769D12FA-B1F8-E274-908D-FC76038A889F}"/>
              </a:ext>
            </a:extLst>
          </p:cNvPr>
          <p:cNvSpPr txBox="1"/>
          <p:nvPr/>
        </p:nvSpPr>
        <p:spPr>
          <a:xfrm>
            <a:off x="539986" y="2358218"/>
            <a:ext cx="1021408"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a:solidFill>
                  <a:schemeClr val="tx2"/>
                </a:solidFill>
                <a:latin typeface="Courier New" panose="02070309020205020404" pitchFamily="49" charset="0"/>
                <a:cs typeface="Courier New" panose="02070309020205020404" pitchFamily="49" charset="0"/>
              </a:rPr>
              <a:t>SCinput.0.sds</a:t>
            </a:r>
            <a:endParaRPr lang="en-US" sz="1000" b="1" kern="1200">
              <a:solidFill>
                <a:schemeClr val="tx2"/>
              </a:solidFill>
              <a:latin typeface="Courier New" panose="02070309020205020404" pitchFamily="49" charset="0"/>
              <a:cs typeface="Courier New" panose="02070309020205020404" pitchFamily="49" charset="0"/>
            </a:endParaRPr>
          </a:p>
        </p:txBody>
      </p:sp>
      <p:sp>
        <p:nvSpPr>
          <p:cNvPr id="14" name="Rectangle 13">
            <a:extLst>
              <a:ext uri="{FF2B5EF4-FFF2-40B4-BE49-F238E27FC236}">
                <a16:creationId xmlns:a16="http://schemas.microsoft.com/office/drawing/2014/main" id="{B1D5F663-8FDF-D142-D206-934EA2CDC203}"/>
              </a:ext>
            </a:extLst>
          </p:cNvPr>
          <p:cNvSpPr/>
          <p:nvPr/>
        </p:nvSpPr>
        <p:spPr>
          <a:xfrm>
            <a:off x="2339506" y="266544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5" name="Rectangle 14">
            <a:extLst>
              <a:ext uri="{FF2B5EF4-FFF2-40B4-BE49-F238E27FC236}">
                <a16:creationId xmlns:a16="http://schemas.microsoft.com/office/drawing/2014/main" id="{C17155FF-F44A-80BF-47D9-CE669DD8C0BD}"/>
              </a:ext>
            </a:extLst>
          </p:cNvPr>
          <p:cNvSpPr/>
          <p:nvPr/>
        </p:nvSpPr>
        <p:spPr>
          <a:xfrm>
            <a:off x="2339506" y="286647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6" name="Rectangle 15">
            <a:extLst>
              <a:ext uri="{FF2B5EF4-FFF2-40B4-BE49-F238E27FC236}">
                <a16:creationId xmlns:a16="http://schemas.microsoft.com/office/drawing/2014/main" id="{D99ED505-C388-0CFC-29D7-94E5B9B5ABBD}"/>
              </a:ext>
            </a:extLst>
          </p:cNvPr>
          <p:cNvSpPr/>
          <p:nvPr/>
        </p:nvSpPr>
        <p:spPr>
          <a:xfrm>
            <a:off x="2339506" y="3067515"/>
            <a:ext cx="956032" cy="606357"/>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17" name="Rectangle 16">
            <a:extLst>
              <a:ext uri="{FF2B5EF4-FFF2-40B4-BE49-F238E27FC236}">
                <a16:creationId xmlns:a16="http://schemas.microsoft.com/office/drawing/2014/main" id="{AA974E03-B1B0-6E63-A51F-88E7E505A721}"/>
              </a:ext>
            </a:extLst>
          </p:cNvPr>
          <p:cNvSpPr/>
          <p:nvPr/>
        </p:nvSpPr>
        <p:spPr>
          <a:xfrm>
            <a:off x="2339507" y="3667390"/>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18" name="Rectangle 17">
            <a:extLst>
              <a:ext uri="{FF2B5EF4-FFF2-40B4-BE49-F238E27FC236}">
                <a16:creationId xmlns:a16="http://schemas.microsoft.com/office/drawing/2014/main" id="{7211C269-FD62-DB9D-78E6-F4D731D27F39}"/>
              </a:ext>
            </a:extLst>
          </p:cNvPr>
          <p:cNvSpPr/>
          <p:nvPr/>
        </p:nvSpPr>
        <p:spPr>
          <a:xfrm>
            <a:off x="2339507" y="386842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sp>
        <p:nvSpPr>
          <p:cNvPr id="19" name="Rectangle 18">
            <a:extLst>
              <a:ext uri="{FF2B5EF4-FFF2-40B4-BE49-F238E27FC236}">
                <a16:creationId xmlns:a16="http://schemas.microsoft.com/office/drawing/2014/main" id="{ACC94616-5F9B-AFCA-CC1D-A6DD3995BC07}"/>
              </a:ext>
            </a:extLst>
          </p:cNvPr>
          <p:cNvSpPr/>
          <p:nvPr/>
        </p:nvSpPr>
        <p:spPr>
          <a:xfrm>
            <a:off x="2339507" y="4069465"/>
            <a:ext cx="956032" cy="606357"/>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0" name="Rectangle 19">
            <a:extLst>
              <a:ext uri="{FF2B5EF4-FFF2-40B4-BE49-F238E27FC236}">
                <a16:creationId xmlns:a16="http://schemas.microsoft.com/office/drawing/2014/main" id="{8E616A00-C10B-457A-2ADD-A33349A77D8B}"/>
              </a:ext>
            </a:extLst>
          </p:cNvPr>
          <p:cNvSpPr/>
          <p:nvPr/>
        </p:nvSpPr>
        <p:spPr>
          <a:xfrm>
            <a:off x="2339506" y="5126689"/>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21" name="Rectangle 20">
            <a:extLst>
              <a:ext uri="{FF2B5EF4-FFF2-40B4-BE49-F238E27FC236}">
                <a16:creationId xmlns:a16="http://schemas.microsoft.com/office/drawing/2014/main" id="{E8374B28-549A-2E7A-88EC-023C1831C96F}"/>
              </a:ext>
            </a:extLst>
          </p:cNvPr>
          <p:cNvSpPr/>
          <p:nvPr/>
        </p:nvSpPr>
        <p:spPr>
          <a:xfrm>
            <a:off x="2339506" y="532772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22" name="Straight Connector 21">
            <a:extLst>
              <a:ext uri="{FF2B5EF4-FFF2-40B4-BE49-F238E27FC236}">
                <a16:creationId xmlns:a16="http://schemas.microsoft.com/office/drawing/2014/main" id="{72103992-B9A6-5F27-98F9-914D63613318}"/>
              </a:ext>
            </a:extLst>
          </p:cNvPr>
          <p:cNvCxnSpPr>
            <a:cxnSpLocks/>
          </p:cNvCxnSpPr>
          <p:nvPr/>
        </p:nvCxnSpPr>
        <p:spPr>
          <a:xfrm>
            <a:off x="2339506"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23" name="Straight Connector 22">
            <a:extLst>
              <a:ext uri="{FF2B5EF4-FFF2-40B4-BE49-F238E27FC236}">
                <a16:creationId xmlns:a16="http://schemas.microsoft.com/office/drawing/2014/main" id="{BD5BF75B-75B0-A9D9-57E6-1ABC29B7115F}"/>
              </a:ext>
            </a:extLst>
          </p:cNvPr>
          <p:cNvCxnSpPr>
            <a:cxnSpLocks/>
          </p:cNvCxnSpPr>
          <p:nvPr/>
        </p:nvCxnSpPr>
        <p:spPr>
          <a:xfrm>
            <a:off x="3295538" y="5528765"/>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24" name="TextBox 23">
            <a:extLst>
              <a:ext uri="{FF2B5EF4-FFF2-40B4-BE49-F238E27FC236}">
                <a16:creationId xmlns:a16="http://schemas.microsoft.com/office/drawing/2014/main" id="{3ED302BD-2E2C-7BE9-C366-022C280BCA31}"/>
              </a:ext>
            </a:extLst>
          </p:cNvPr>
          <p:cNvSpPr txBox="1"/>
          <p:nvPr/>
        </p:nvSpPr>
        <p:spPr>
          <a:xfrm>
            <a:off x="2076630" y="2373884"/>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SCinput.0+case1.sds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25" name="TextBox 24">
            <a:extLst>
              <a:ext uri="{FF2B5EF4-FFF2-40B4-BE49-F238E27FC236}">
                <a16:creationId xmlns:a16="http://schemas.microsoft.com/office/drawing/2014/main" id="{AEE0BC72-5746-E17C-0D41-9B7DEFEBDD96}"/>
              </a:ext>
            </a:extLst>
          </p:cNvPr>
          <p:cNvSpPr txBox="1"/>
          <p:nvPr/>
        </p:nvSpPr>
        <p:spPr>
          <a:xfrm>
            <a:off x="2031311" y="4930601"/>
            <a:ext cx="1572422" cy="14234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000" b="1" dirty="0">
                <a:solidFill>
                  <a:schemeClr val="tx2"/>
                </a:solidFill>
                <a:latin typeface="Courier New" panose="02070309020205020404" pitchFamily="49" charset="0"/>
                <a:cs typeface="Courier New" panose="02070309020205020404" pitchFamily="49" charset="0"/>
              </a:rPr>
              <a:t>SCinput.0+case2.sds</a:t>
            </a:r>
            <a:endParaRPr lang="en-US" sz="1000" b="1" kern="1200" dirty="0">
              <a:solidFill>
                <a:schemeClr val="tx2"/>
              </a:solidFill>
              <a:latin typeface="Courier New" panose="02070309020205020404" pitchFamily="49" charset="0"/>
              <a:cs typeface="Courier New" panose="02070309020205020404" pitchFamily="49" charset="0"/>
            </a:endParaRPr>
          </a:p>
        </p:txBody>
      </p:sp>
      <p:sp>
        <p:nvSpPr>
          <p:cNvPr id="30" name="TextBox 29">
            <a:extLst>
              <a:ext uri="{FF2B5EF4-FFF2-40B4-BE49-F238E27FC236}">
                <a16:creationId xmlns:a16="http://schemas.microsoft.com/office/drawing/2014/main" id="{1E288BAF-5133-FE35-C4C6-64DDBD80A3B0}"/>
              </a:ext>
            </a:extLst>
          </p:cNvPr>
          <p:cNvSpPr txBox="1"/>
          <p:nvPr/>
        </p:nvSpPr>
        <p:spPr>
          <a:xfrm>
            <a:off x="554859" y="1430039"/>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Split SDS files</a:t>
            </a:r>
          </a:p>
        </p:txBody>
      </p:sp>
      <p:sp>
        <p:nvSpPr>
          <p:cNvPr id="26" name="Rectangle 25">
            <a:extLst>
              <a:ext uri="{FF2B5EF4-FFF2-40B4-BE49-F238E27FC236}">
                <a16:creationId xmlns:a16="http://schemas.microsoft.com/office/drawing/2014/main" id="{8E17790C-CE53-8551-107E-E4B0773EA6C8}"/>
              </a:ext>
            </a:extLst>
          </p:cNvPr>
          <p:cNvSpPr/>
          <p:nvPr/>
        </p:nvSpPr>
        <p:spPr>
          <a:xfrm>
            <a:off x="5792078" y="264771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timeslot</a:t>
            </a:r>
          </a:p>
        </p:txBody>
      </p:sp>
      <p:sp>
        <p:nvSpPr>
          <p:cNvPr id="27" name="Rectangle 26">
            <a:extLst>
              <a:ext uri="{FF2B5EF4-FFF2-40B4-BE49-F238E27FC236}">
                <a16:creationId xmlns:a16="http://schemas.microsoft.com/office/drawing/2014/main" id="{DC34A54B-1017-78E9-1E78-F6CAF80A184C}"/>
              </a:ext>
            </a:extLst>
          </p:cNvPr>
          <p:cNvSpPr/>
          <p:nvPr/>
        </p:nvSpPr>
        <p:spPr>
          <a:xfrm>
            <a:off x="5792078" y="2848756"/>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28" name="Rectangle 27">
            <a:extLst>
              <a:ext uri="{FF2B5EF4-FFF2-40B4-BE49-F238E27FC236}">
                <a16:creationId xmlns:a16="http://schemas.microsoft.com/office/drawing/2014/main" id="{5C48D267-D76D-2A33-A673-AF956B17CDF9}"/>
              </a:ext>
            </a:extLst>
          </p:cNvPr>
          <p:cNvSpPr/>
          <p:nvPr/>
        </p:nvSpPr>
        <p:spPr>
          <a:xfrm>
            <a:off x="5792078" y="3049793"/>
            <a:ext cx="956032" cy="606357"/>
          </a:xfrm>
          <a:prstGeom prst="rect">
            <a:avLst/>
          </a:prstGeom>
          <a:solidFill>
            <a:schemeClr val="bg1">
              <a:lumMod val="75000"/>
            </a:schemeClr>
          </a:solidFill>
          <a:ln w="15875">
            <a:solidFill>
              <a:srgbClr val="00B0F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data block</a:t>
            </a:r>
          </a:p>
        </p:txBody>
      </p:sp>
      <p:sp>
        <p:nvSpPr>
          <p:cNvPr id="29" name="Rectangle 28">
            <a:extLst>
              <a:ext uri="{FF2B5EF4-FFF2-40B4-BE49-F238E27FC236}">
                <a16:creationId xmlns:a16="http://schemas.microsoft.com/office/drawing/2014/main" id="{1227AA77-A257-DADA-9C2D-68B306778A84}"/>
              </a:ext>
            </a:extLst>
          </p:cNvPr>
          <p:cNvSpPr/>
          <p:nvPr/>
        </p:nvSpPr>
        <p:spPr>
          <a:xfrm>
            <a:off x="5792079" y="3649668"/>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1" name="Rectangle 30">
            <a:extLst>
              <a:ext uri="{FF2B5EF4-FFF2-40B4-BE49-F238E27FC236}">
                <a16:creationId xmlns:a16="http://schemas.microsoft.com/office/drawing/2014/main" id="{7FB07870-9ECD-6887-B2F0-FBD1132796F4}"/>
              </a:ext>
            </a:extLst>
          </p:cNvPr>
          <p:cNvSpPr/>
          <p:nvPr/>
        </p:nvSpPr>
        <p:spPr>
          <a:xfrm>
            <a:off x="5792079" y="3850706"/>
            <a:ext cx="956032" cy="201038"/>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block size</a:t>
            </a:r>
          </a:p>
        </p:txBody>
      </p:sp>
      <p:sp>
        <p:nvSpPr>
          <p:cNvPr id="32" name="Rectangle 31">
            <a:extLst>
              <a:ext uri="{FF2B5EF4-FFF2-40B4-BE49-F238E27FC236}">
                <a16:creationId xmlns:a16="http://schemas.microsoft.com/office/drawing/2014/main" id="{A334FEED-0845-DCF3-D62D-CF4465EFE663}"/>
              </a:ext>
            </a:extLst>
          </p:cNvPr>
          <p:cNvSpPr/>
          <p:nvPr/>
        </p:nvSpPr>
        <p:spPr>
          <a:xfrm>
            <a:off x="5792079" y="4051743"/>
            <a:ext cx="956032" cy="405319"/>
          </a:xfrm>
          <a:prstGeom prst="rect">
            <a:avLst/>
          </a:prstGeom>
          <a:solidFill>
            <a:schemeClr val="bg1">
              <a:lumMod val="9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data block</a:t>
            </a:r>
          </a:p>
        </p:txBody>
      </p:sp>
      <p:sp>
        <p:nvSpPr>
          <p:cNvPr id="33" name="Rectangle 32">
            <a:extLst>
              <a:ext uri="{FF2B5EF4-FFF2-40B4-BE49-F238E27FC236}">
                <a16:creationId xmlns:a16="http://schemas.microsoft.com/office/drawing/2014/main" id="{12BE0806-4DAE-5580-C565-D8C9E5969E96}"/>
              </a:ext>
            </a:extLst>
          </p:cNvPr>
          <p:cNvSpPr/>
          <p:nvPr/>
        </p:nvSpPr>
        <p:spPr>
          <a:xfrm>
            <a:off x="5792078" y="4448350"/>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timeslot</a:t>
            </a:r>
          </a:p>
        </p:txBody>
      </p:sp>
      <p:sp>
        <p:nvSpPr>
          <p:cNvPr id="34" name="Rectangle 33">
            <a:extLst>
              <a:ext uri="{FF2B5EF4-FFF2-40B4-BE49-F238E27FC236}">
                <a16:creationId xmlns:a16="http://schemas.microsoft.com/office/drawing/2014/main" id="{698BE808-2C6C-FDAB-714F-E1571E2E927A}"/>
              </a:ext>
            </a:extLst>
          </p:cNvPr>
          <p:cNvSpPr/>
          <p:nvPr/>
        </p:nvSpPr>
        <p:spPr>
          <a:xfrm>
            <a:off x="5792078" y="4649388"/>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a:solidFill>
                  <a:schemeClr val="tx1"/>
                </a:solidFill>
                <a:latin typeface="Aeonik" panose="020B0503030300000000" pitchFamily="34" charset="0"/>
                <a:cs typeface="Calibri" panose="020F0502020204030204" pitchFamily="34" charset="0"/>
              </a:rPr>
              <a:t>block size</a:t>
            </a:r>
          </a:p>
        </p:txBody>
      </p:sp>
      <p:cxnSp>
        <p:nvCxnSpPr>
          <p:cNvPr id="35" name="Straight Connector 34">
            <a:extLst>
              <a:ext uri="{FF2B5EF4-FFF2-40B4-BE49-F238E27FC236}">
                <a16:creationId xmlns:a16="http://schemas.microsoft.com/office/drawing/2014/main" id="{3593CB4C-B8B0-2E0F-7BF1-D3362DAA0AC5}"/>
              </a:ext>
            </a:extLst>
          </p:cNvPr>
          <p:cNvCxnSpPr>
            <a:cxnSpLocks/>
          </p:cNvCxnSpPr>
          <p:nvPr/>
        </p:nvCxnSpPr>
        <p:spPr>
          <a:xfrm>
            <a:off x="5792078" y="4850426"/>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36" name="Straight Connector 35">
            <a:extLst>
              <a:ext uri="{FF2B5EF4-FFF2-40B4-BE49-F238E27FC236}">
                <a16:creationId xmlns:a16="http://schemas.microsoft.com/office/drawing/2014/main" id="{AB67B8CF-5510-83F9-AD0D-435278EF7DCA}"/>
              </a:ext>
            </a:extLst>
          </p:cNvPr>
          <p:cNvCxnSpPr>
            <a:cxnSpLocks/>
          </p:cNvCxnSpPr>
          <p:nvPr/>
        </p:nvCxnSpPr>
        <p:spPr>
          <a:xfrm>
            <a:off x="6748110" y="4850426"/>
            <a:ext cx="0" cy="29507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sp>
        <p:nvSpPr>
          <p:cNvPr id="50" name="TextBox 49">
            <a:extLst>
              <a:ext uri="{FF2B5EF4-FFF2-40B4-BE49-F238E27FC236}">
                <a16:creationId xmlns:a16="http://schemas.microsoft.com/office/drawing/2014/main" id="{727A3A6A-6049-700E-E755-A032DC9B7600}"/>
              </a:ext>
            </a:extLst>
          </p:cNvPr>
          <p:cNvSpPr txBox="1"/>
          <p:nvPr/>
        </p:nvSpPr>
        <p:spPr>
          <a:xfrm>
            <a:off x="5792078" y="1427983"/>
            <a:ext cx="2834609"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dirty="0">
                <a:solidFill>
                  <a:schemeClr val="tx2"/>
                </a:solidFill>
                <a:latin typeface="+mn-lt"/>
                <a:ea typeface="+mn-ea"/>
                <a:cs typeface="+mn-cs"/>
              </a:rPr>
              <a:t>SDS file format</a:t>
            </a:r>
          </a:p>
        </p:txBody>
      </p:sp>
      <p:sp>
        <p:nvSpPr>
          <p:cNvPr id="53" name="Rectangle 52">
            <a:extLst>
              <a:ext uri="{FF2B5EF4-FFF2-40B4-BE49-F238E27FC236}">
                <a16:creationId xmlns:a16="http://schemas.microsoft.com/office/drawing/2014/main" id="{498A05A3-DEE2-CE13-AFBF-D2F39692B8D8}"/>
              </a:ext>
            </a:extLst>
          </p:cNvPr>
          <p:cNvSpPr/>
          <p:nvPr/>
        </p:nvSpPr>
        <p:spPr>
          <a:xfrm>
            <a:off x="7081299" y="2966997"/>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sample #0</a:t>
            </a:r>
          </a:p>
        </p:txBody>
      </p:sp>
      <p:sp>
        <p:nvSpPr>
          <p:cNvPr id="54" name="Rectangle 53">
            <a:extLst>
              <a:ext uri="{FF2B5EF4-FFF2-40B4-BE49-F238E27FC236}">
                <a16:creationId xmlns:a16="http://schemas.microsoft.com/office/drawing/2014/main" id="{2C7156DF-2C0B-676E-B6FD-D76AB393DFC2}"/>
              </a:ext>
            </a:extLst>
          </p:cNvPr>
          <p:cNvSpPr/>
          <p:nvPr/>
        </p:nvSpPr>
        <p:spPr>
          <a:xfrm>
            <a:off x="7081299" y="3168035"/>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sample #1</a:t>
            </a:r>
          </a:p>
        </p:txBody>
      </p:sp>
      <p:sp>
        <p:nvSpPr>
          <p:cNvPr id="55" name="Rectangle 54">
            <a:extLst>
              <a:ext uri="{FF2B5EF4-FFF2-40B4-BE49-F238E27FC236}">
                <a16:creationId xmlns:a16="http://schemas.microsoft.com/office/drawing/2014/main" id="{FCD64535-4881-1CF7-F677-AAAFEDA126A4}"/>
              </a:ext>
            </a:extLst>
          </p:cNvPr>
          <p:cNvSpPr/>
          <p:nvPr/>
        </p:nvSpPr>
        <p:spPr>
          <a:xfrm>
            <a:off x="7081299" y="3369073"/>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a:t>
            </a:r>
          </a:p>
        </p:txBody>
      </p:sp>
      <p:sp>
        <p:nvSpPr>
          <p:cNvPr id="56" name="Rectangle 55">
            <a:extLst>
              <a:ext uri="{FF2B5EF4-FFF2-40B4-BE49-F238E27FC236}">
                <a16:creationId xmlns:a16="http://schemas.microsoft.com/office/drawing/2014/main" id="{F37E3466-9DA6-28A4-EA64-03C5F330B6C3}"/>
              </a:ext>
            </a:extLst>
          </p:cNvPr>
          <p:cNvSpPr/>
          <p:nvPr/>
        </p:nvSpPr>
        <p:spPr>
          <a:xfrm>
            <a:off x="7081299" y="3570111"/>
            <a:ext cx="956032" cy="201038"/>
          </a:xfrm>
          <a:prstGeom prst="rect">
            <a:avLst/>
          </a:prstGeom>
          <a:solidFill>
            <a:schemeClr val="bg1">
              <a:lumMod val="75000"/>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defTabSz="1219170" eaLnBrk="0" fontAlgn="base" hangingPunct="0">
              <a:spcBef>
                <a:spcPct val="0"/>
              </a:spcBef>
              <a:spcAft>
                <a:spcPct val="0"/>
              </a:spcAft>
            </a:pPr>
            <a:r>
              <a:rPr lang="en-US" sz="1200" dirty="0">
                <a:solidFill>
                  <a:schemeClr val="tx1"/>
                </a:solidFill>
                <a:latin typeface="Aeonik" panose="020B0503030300000000" pitchFamily="34" charset="0"/>
                <a:cs typeface="Calibri" panose="020F0502020204030204" pitchFamily="34" charset="0"/>
              </a:rPr>
              <a:t>sample #n</a:t>
            </a:r>
          </a:p>
        </p:txBody>
      </p:sp>
      <p:cxnSp>
        <p:nvCxnSpPr>
          <p:cNvPr id="57" name="Straight Connector 56">
            <a:extLst>
              <a:ext uri="{FF2B5EF4-FFF2-40B4-BE49-F238E27FC236}">
                <a16:creationId xmlns:a16="http://schemas.microsoft.com/office/drawing/2014/main" id="{7DB6B175-6098-37D4-0C2E-939DCA862778}"/>
              </a:ext>
            </a:extLst>
          </p:cNvPr>
          <p:cNvCxnSpPr>
            <a:cxnSpLocks/>
          </p:cNvCxnSpPr>
          <p:nvPr/>
        </p:nvCxnSpPr>
        <p:spPr>
          <a:xfrm flipH="1" flipV="1">
            <a:off x="6748110" y="3640956"/>
            <a:ext cx="333188" cy="136242"/>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60" name="Straight Connector 59">
            <a:extLst>
              <a:ext uri="{FF2B5EF4-FFF2-40B4-BE49-F238E27FC236}">
                <a16:creationId xmlns:a16="http://schemas.microsoft.com/office/drawing/2014/main" id="{C557D2A6-B9AC-825B-A570-57DB05938485}"/>
              </a:ext>
            </a:extLst>
          </p:cNvPr>
          <p:cNvCxnSpPr>
            <a:cxnSpLocks/>
          </p:cNvCxnSpPr>
          <p:nvPr/>
        </p:nvCxnSpPr>
        <p:spPr>
          <a:xfrm flipH="1">
            <a:off x="6748110" y="2963007"/>
            <a:ext cx="333189" cy="86786"/>
          </a:xfrm>
          <a:prstGeom prst="line">
            <a:avLst/>
          </a:prstGeom>
          <a:solidFill>
            <a:schemeClr val="bg1">
              <a:lumMod val="95000"/>
            </a:schemeClr>
          </a:solidFill>
          <a:ln w="15875">
            <a:solidFill>
              <a:srgbClr val="00C1DE"/>
            </a:solidFill>
            <a:prstDash val="dash"/>
          </a:ln>
        </p:spPr>
        <p:style>
          <a:lnRef idx="2">
            <a:schemeClr val="accent1">
              <a:shade val="50000"/>
            </a:schemeClr>
          </a:lnRef>
          <a:fillRef idx="1">
            <a:schemeClr val="accent1"/>
          </a:fillRef>
          <a:effectRef idx="0">
            <a:schemeClr val="accent1"/>
          </a:effectRef>
          <a:fontRef idx="minor">
            <a:schemeClr val="lt1"/>
          </a:fontRef>
        </p:style>
      </p:cxnSp>
      <p:cxnSp>
        <p:nvCxnSpPr>
          <p:cNvPr id="71" name="Straight Arrow Connector 70">
            <a:extLst>
              <a:ext uri="{FF2B5EF4-FFF2-40B4-BE49-F238E27FC236}">
                <a16:creationId xmlns:a16="http://schemas.microsoft.com/office/drawing/2014/main" id="{1E04D6A0-0E86-5A36-D904-62BB91646242}"/>
              </a:ext>
            </a:extLst>
          </p:cNvPr>
          <p:cNvCxnSpPr>
            <a:cxnSpLocks/>
          </p:cNvCxnSpPr>
          <p:nvPr/>
        </p:nvCxnSpPr>
        <p:spPr>
          <a:xfrm>
            <a:off x="5688095" y="2700607"/>
            <a:ext cx="0" cy="1102469"/>
          </a:xfrm>
          <a:prstGeom prst="straightConnector1">
            <a:avLst/>
          </a:prstGeom>
          <a:ln w="12700">
            <a:solidFill>
              <a:srgbClr val="00B0F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73" name="TextBox 72">
            <a:extLst>
              <a:ext uri="{FF2B5EF4-FFF2-40B4-BE49-F238E27FC236}">
                <a16:creationId xmlns:a16="http://schemas.microsoft.com/office/drawing/2014/main" id="{B0F26296-3C2C-FB42-AD0C-5FDD161CA091}"/>
              </a:ext>
            </a:extLst>
          </p:cNvPr>
          <p:cNvSpPr txBox="1"/>
          <p:nvPr/>
        </p:nvSpPr>
        <p:spPr>
          <a:xfrm>
            <a:off x="7081298" y="2663898"/>
            <a:ext cx="2396334"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Aeonik" panose="020B0503030300000000" pitchFamily="34" charset="0"/>
              </a:rPr>
              <a:t>granularity: tick-frequency</a:t>
            </a:r>
          </a:p>
        </p:txBody>
      </p:sp>
      <p:cxnSp>
        <p:nvCxnSpPr>
          <p:cNvPr id="37" name="Straight Arrow Connector 36">
            <a:extLst>
              <a:ext uri="{FF2B5EF4-FFF2-40B4-BE49-F238E27FC236}">
                <a16:creationId xmlns:a16="http://schemas.microsoft.com/office/drawing/2014/main" id="{19312417-056A-6E14-E25E-DF41225D8283}"/>
              </a:ext>
            </a:extLst>
          </p:cNvPr>
          <p:cNvCxnSpPr>
            <a:cxnSpLocks/>
          </p:cNvCxnSpPr>
          <p:nvPr/>
        </p:nvCxnSpPr>
        <p:spPr>
          <a:xfrm flipH="1">
            <a:off x="6748110" y="2748237"/>
            <a:ext cx="287172" cy="7843"/>
          </a:xfrm>
          <a:prstGeom prst="straightConnector1">
            <a:avLst/>
          </a:prstGeom>
          <a:ln w="12700">
            <a:solidFill>
              <a:srgbClr val="00B0F0"/>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3B664B67-0226-156F-DDB3-A5968319056A}"/>
              </a:ext>
            </a:extLst>
          </p:cNvPr>
          <p:cNvSpPr txBox="1"/>
          <p:nvPr/>
        </p:nvSpPr>
        <p:spPr>
          <a:xfrm rot="16200000">
            <a:off x="4918398" y="3086087"/>
            <a:ext cx="1286753"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Aeonik" panose="020B0503030300000000" pitchFamily="34" charset="0"/>
              </a:rPr>
              <a:t>block-frequency</a:t>
            </a:r>
          </a:p>
        </p:txBody>
      </p:sp>
      <p:cxnSp>
        <p:nvCxnSpPr>
          <p:cNvPr id="38" name="Straight Arrow Connector 37">
            <a:extLst>
              <a:ext uri="{FF2B5EF4-FFF2-40B4-BE49-F238E27FC236}">
                <a16:creationId xmlns:a16="http://schemas.microsoft.com/office/drawing/2014/main" id="{764F0217-4B65-DAF3-742F-888314FF4B3A}"/>
              </a:ext>
            </a:extLst>
          </p:cNvPr>
          <p:cNvCxnSpPr>
            <a:cxnSpLocks/>
          </p:cNvCxnSpPr>
          <p:nvPr/>
        </p:nvCxnSpPr>
        <p:spPr>
          <a:xfrm flipH="1">
            <a:off x="6748110" y="4250481"/>
            <a:ext cx="287172" cy="7843"/>
          </a:xfrm>
          <a:prstGeom prst="straightConnector1">
            <a:avLst/>
          </a:prstGeom>
          <a:ln w="12700">
            <a:solidFill>
              <a:srgbClr val="00B0F0"/>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3525AF99-1020-3E94-FEFC-B7E043D870FC}"/>
              </a:ext>
            </a:extLst>
          </p:cNvPr>
          <p:cNvSpPr txBox="1"/>
          <p:nvPr/>
        </p:nvSpPr>
        <p:spPr>
          <a:xfrm>
            <a:off x="7081298" y="4082633"/>
            <a:ext cx="2507545" cy="3323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Aeonik" panose="020B0503030300000000" pitchFamily="34" charset="0"/>
              </a:rPr>
              <a:t>Binary input or output</a:t>
            </a:r>
            <a:br>
              <a:rPr lang="en-US" sz="1200" kern="1200" dirty="0">
                <a:solidFill>
                  <a:schemeClr val="tx2"/>
                </a:solidFill>
                <a:latin typeface="Aeonik" panose="020B0503030300000000" pitchFamily="34" charset="0"/>
              </a:rPr>
            </a:br>
            <a:r>
              <a:rPr lang="en-US" sz="1200" kern="1200" dirty="0">
                <a:solidFill>
                  <a:schemeClr val="tx2"/>
                </a:solidFill>
                <a:latin typeface="Aeonik" panose="020B0503030300000000" pitchFamily="34" charset="0"/>
              </a:rPr>
              <a:t>of a compute node</a:t>
            </a:r>
          </a:p>
        </p:txBody>
      </p:sp>
      <p:cxnSp>
        <p:nvCxnSpPr>
          <p:cNvPr id="41" name="Straight Arrow Connector 40">
            <a:extLst>
              <a:ext uri="{FF2B5EF4-FFF2-40B4-BE49-F238E27FC236}">
                <a16:creationId xmlns:a16="http://schemas.microsoft.com/office/drawing/2014/main" id="{E7228BF8-D927-48B0-B33C-1C259A5F01B8}"/>
              </a:ext>
            </a:extLst>
          </p:cNvPr>
          <p:cNvCxnSpPr>
            <a:cxnSpLocks/>
          </p:cNvCxnSpPr>
          <p:nvPr/>
        </p:nvCxnSpPr>
        <p:spPr>
          <a:xfrm>
            <a:off x="8163569" y="3018876"/>
            <a:ext cx="0" cy="249486"/>
          </a:xfrm>
          <a:prstGeom prst="straightConnector1">
            <a:avLst/>
          </a:prstGeom>
          <a:ln w="12700">
            <a:solidFill>
              <a:srgbClr val="00B0F0"/>
            </a:solidFill>
            <a:prstDash val="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5D2256BF-D3D2-8541-C553-0D91D07FD156}"/>
              </a:ext>
            </a:extLst>
          </p:cNvPr>
          <p:cNvSpPr txBox="1"/>
          <p:nvPr/>
        </p:nvSpPr>
        <p:spPr>
          <a:xfrm>
            <a:off x="8234131" y="3060519"/>
            <a:ext cx="1286753" cy="1661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200">
                <a:solidFill>
                  <a:schemeClr val="tx2"/>
                </a:solidFill>
                <a:latin typeface="Aeonik" panose="020B0503030300000000" pitchFamily="34" charset="0"/>
              </a:rPr>
              <a:t>sample</a:t>
            </a:r>
            <a:r>
              <a:rPr lang="en-US" sz="1200" kern="1200">
                <a:solidFill>
                  <a:schemeClr val="tx2"/>
                </a:solidFill>
                <a:latin typeface="Aeonik" panose="020B0503030300000000" pitchFamily="34" charset="0"/>
              </a:rPr>
              <a:t>-frequency</a:t>
            </a:r>
            <a:endParaRPr lang="en-US" sz="1200" kern="1200" dirty="0">
              <a:solidFill>
                <a:schemeClr val="tx2"/>
              </a:solidFill>
              <a:latin typeface="Aeonik" panose="020B0503030300000000" pitchFamily="34" charset="0"/>
            </a:endParaRPr>
          </a:p>
        </p:txBody>
      </p:sp>
    </p:spTree>
    <p:extLst>
      <p:ext uri="{BB962C8B-B14F-4D97-AF65-F5344CB8AC3E}">
        <p14:creationId xmlns:p14="http://schemas.microsoft.com/office/powerpoint/2010/main" val="29395167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33">
            <a:extLst>
              <a:ext uri="{FF2B5EF4-FFF2-40B4-BE49-F238E27FC236}">
                <a16:creationId xmlns:a16="http://schemas.microsoft.com/office/drawing/2014/main" id="{37E62EAC-5CF3-8C0B-8062-E23857E61B34}"/>
              </a:ext>
            </a:extLst>
          </p:cNvPr>
          <p:cNvSpPr/>
          <p:nvPr/>
        </p:nvSpPr>
        <p:spPr>
          <a:xfrm>
            <a:off x="9982200" y="1543484"/>
            <a:ext cx="1231823" cy="4404782"/>
          </a:xfrm>
          <a:prstGeom prst="rect">
            <a:avLst/>
          </a:prstGeom>
          <a:solidFill>
            <a:schemeClr val="accent5">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0661AE0E-FE49-550F-E89D-F85755F837C5}"/>
              </a:ext>
            </a:extLst>
          </p:cNvPr>
          <p:cNvSpPr/>
          <p:nvPr/>
        </p:nvSpPr>
        <p:spPr>
          <a:xfrm>
            <a:off x="8767906" y="1543484"/>
            <a:ext cx="1231823" cy="4404782"/>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615AE8FA-03AC-DFEA-9CFA-B6D25835ABBA}"/>
              </a:ext>
            </a:extLst>
          </p:cNvPr>
          <p:cNvSpPr>
            <a:spLocks noGrp="1"/>
          </p:cNvSpPr>
          <p:nvPr>
            <p:ph type="title"/>
          </p:nvPr>
        </p:nvSpPr>
        <p:spPr/>
        <p:txBody>
          <a:bodyPr/>
          <a:lstStyle/>
          <a:p>
            <a:r>
              <a:rPr lang="en-US"/>
              <a:t>SDS: flexible stream management for sensor and audio data</a:t>
            </a:r>
          </a:p>
        </p:txBody>
      </p:sp>
      <p:sp>
        <p:nvSpPr>
          <p:cNvPr id="3" name="Text Placeholder 2">
            <a:extLst>
              <a:ext uri="{FF2B5EF4-FFF2-40B4-BE49-F238E27FC236}">
                <a16:creationId xmlns:a16="http://schemas.microsoft.com/office/drawing/2014/main" id="{BC4892F2-91A1-868E-B0A0-1C4AEFCD6388}"/>
              </a:ext>
            </a:extLst>
          </p:cNvPr>
          <p:cNvSpPr>
            <a:spLocks noGrp="1"/>
          </p:cNvSpPr>
          <p:nvPr>
            <p:ph type="body" sz="quarter" idx="13"/>
          </p:nvPr>
        </p:nvSpPr>
        <p:spPr/>
        <p:txBody>
          <a:bodyPr/>
          <a:lstStyle/>
          <a:p>
            <a:r>
              <a:rPr lang="en-US"/>
              <a:t>Supports the whole development cycle: data recording, analysis, ML training, playback</a:t>
            </a:r>
          </a:p>
        </p:txBody>
      </p:sp>
      <p:pic>
        <p:nvPicPr>
          <p:cNvPr id="5" name="Picture 20" descr="800px-Signal_Sampling.png">
            <a:extLst>
              <a:ext uri="{FF2B5EF4-FFF2-40B4-BE49-F238E27FC236}">
                <a16:creationId xmlns:a16="http://schemas.microsoft.com/office/drawing/2014/main" id="{A856695E-7421-3EE5-96B8-D581CE5C8B04}"/>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8596097" y="1642881"/>
            <a:ext cx="3213135" cy="19945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8" name="TextBox 27">
            <a:extLst>
              <a:ext uri="{FF2B5EF4-FFF2-40B4-BE49-F238E27FC236}">
                <a16:creationId xmlns:a16="http://schemas.microsoft.com/office/drawing/2014/main" id="{3463D982-C33E-703C-1F7F-AE6D2517C507}"/>
              </a:ext>
            </a:extLst>
          </p:cNvPr>
          <p:cNvSpPr txBox="1"/>
          <p:nvPr/>
        </p:nvSpPr>
        <p:spPr>
          <a:xfrm>
            <a:off x="8416544" y="4221582"/>
            <a:ext cx="4100938" cy="1255728"/>
          </a:xfrm>
          <a:prstGeom prst="rect">
            <a:avLst/>
          </a:prstGeom>
          <a:noFill/>
        </p:spPr>
        <p:txBody>
          <a:bodyPr wrap="square" lIns="0" tIns="0" rIns="0" bIns="0" rtlCol="0">
            <a:spAutoFit/>
          </a:bodyPr>
          <a:lstStyle/>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X	</a:t>
            </a:r>
            <a:r>
              <a:rPr lang="en-US" sz="1400" kern="1200">
                <a:solidFill>
                  <a:schemeClr val="accent4"/>
                </a:solidFill>
                <a:latin typeface="+mn-lt"/>
                <a:ea typeface="+mn-ea"/>
                <a:cs typeface="+mn-cs"/>
                <a:sym typeface="Wingdings" panose="05000000000000000000" pitchFamily="2" charset="2"/>
              </a:rPr>
              <a:t>                                        </a:t>
            </a:r>
            <a:endParaRPr lang="en-US" sz="1400" kern="1200">
              <a:solidFill>
                <a:schemeClr val="tx1">
                  <a:lumMod val="50000"/>
                  <a:lumOff val="5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Y	</a:t>
            </a:r>
            <a:r>
              <a:rPr lang="en-US" sz="1400" kern="1200">
                <a:solidFill>
                  <a:schemeClr val="accent1">
                    <a:lumMod val="60000"/>
                    <a:lumOff val="40000"/>
                  </a:schemeClr>
                </a:solidFill>
                <a:latin typeface="+mn-lt"/>
                <a:ea typeface="+mn-ea"/>
                <a:cs typeface="+mn-cs"/>
                <a:sym typeface="Wingdings" panose="05000000000000000000" pitchFamily="2" charset="2"/>
              </a:rPr>
              <a:t>                                        </a:t>
            </a:r>
            <a:endParaRPr lang="en-US" sz="1400" kern="1200">
              <a:solidFill>
                <a:schemeClr val="accent1">
                  <a:lumMod val="60000"/>
                  <a:lumOff val="40000"/>
                </a:schemeClr>
              </a:solidFill>
              <a:latin typeface="+mn-lt"/>
              <a:ea typeface="+mn-ea"/>
              <a:cs typeface="+mn-cs"/>
            </a:endParaRPr>
          </a:p>
          <a:p>
            <a:pPr eaLnBrk="1" hangingPunct="1">
              <a:lnSpc>
                <a:spcPct val="90000"/>
              </a:lnSpc>
              <a:spcBef>
                <a:spcPts val="0"/>
              </a:spcBef>
              <a:spcAft>
                <a:spcPts val="600"/>
              </a:spcAft>
              <a:tabLst>
                <a:tab pos="169863" algn="l"/>
              </a:tabLst>
            </a:pPr>
            <a:r>
              <a:rPr lang="en-US" sz="1400" b="1" kern="1200">
                <a:solidFill>
                  <a:schemeClr val="tx1">
                    <a:lumMod val="50000"/>
                    <a:lumOff val="50000"/>
                  </a:schemeClr>
                </a:solidFill>
                <a:latin typeface="+mn-lt"/>
                <a:ea typeface="+mn-ea"/>
                <a:cs typeface="+mn-cs"/>
                <a:sym typeface="Wingdings" panose="05000000000000000000" pitchFamily="2" charset="2"/>
              </a:rPr>
              <a:t>Z	</a:t>
            </a:r>
            <a:r>
              <a:rPr lang="en-US" sz="1400" kern="1200">
                <a:solidFill>
                  <a:schemeClr val="accent5"/>
                </a:solidFill>
                <a:latin typeface="+mn-lt"/>
                <a:ea typeface="+mn-ea"/>
                <a:cs typeface="+mn-cs"/>
                <a:sym typeface="Wingdings" panose="05000000000000000000" pitchFamily="2" charset="2"/>
              </a:rPr>
              <a:t>                                        </a:t>
            </a:r>
            <a:endParaRPr lang="en-US" sz="1400" kern="1200">
              <a:solidFill>
                <a:schemeClr val="accent5"/>
              </a:solidFill>
              <a:latin typeface="+mn-lt"/>
              <a:ea typeface="+mn-ea"/>
              <a:cs typeface="+mn-cs"/>
            </a:endParaRPr>
          </a:p>
          <a:p>
            <a:pPr marL="0" indent="0" algn="l" defTabSz="914400" rtl="0" eaLnBrk="1" latinLnBrk="0" hangingPunct="1">
              <a:lnSpc>
                <a:spcPct val="90000"/>
              </a:lnSpc>
              <a:spcBef>
                <a:spcPts val="0"/>
              </a:spcBef>
              <a:spcAft>
                <a:spcPts val="600"/>
              </a:spcAft>
              <a:buFont typeface="Arial" panose="020B0604020202020204" pitchFamily="34" charset="0"/>
              <a:buNone/>
            </a:pPr>
            <a:endParaRPr lang="en-US" sz="3200" kern="1200">
              <a:solidFill>
                <a:schemeClr val="accent5">
                  <a:lumMod val="75000"/>
                </a:schemeClr>
              </a:solidFill>
              <a:latin typeface="+mn-lt"/>
              <a:ea typeface="+mn-ea"/>
              <a:cs typeface="+mn-cs"/>
            </a:endParaRPr>
          </a:p>
        </p:txBody>
      </p:sp>
      <p:cxnSp>
        <p:nvCxnSpPr>
          <p:cNvPr id="7" name="Straight Connector 6">
            <a:extLst>
              <a:ext uri="{FF2B5EF4-FFF2-40B4-BE49-F238E27FC236}">
                <a16:creationId xmlns:a16="http://schemas.microsoft.com/office/drawing/2014/main" id="{46432895-BDF4-2221-8939-2F6EFC852ED9}"/>
              </a:ext>
            </a:extLst>
          </p:cNvPr>
          <p:cNvCxnSpPr>
            <a:cxnSpLocks/>
          </p:cNvCxnSpPr>
          <p:nvPr/>
        </p:nvCxnSpPr>
        <p:spPr>
          <a:xfrm>
            <a:off x="8607146" y="4198997"/>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77C2270-D082-507F-138B-6D01435FD768}"/>
              </a:ext>
            </a:extLst>
          </p:cNvPr>
          <p:cNvCxnSpPr>
            <a:cxnSpLocks/>
          </p:cNvCxnSpPr>
          <p:nvPr/>
        </p:nvCxnSpPr>
        <p:spPr>
          <a:xfrm>
            <a:off x="8607146" y="4443395"/>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366A948B-6C44-2A56-95EF-D3B1391B4665}"/>
              </a:ext>
            </a:extLst>
          </p:cNvPr>
          <p:cNvCxnSpPr>
            <a:cxnSpLocks/>
          </p:cNvCxnSpPr>
          <p:nvPr/>
        </p:nvCxnSpPr>
        <p:spPr>
          <a:xfrm>
            <a:off x="8607146" y="4699329"/>
            <a:ext cx="2950143" cy="0"/>
          </a:xfrm>
          <a:prstGeom prst="line">
            <a:avLst/>
          </a:prstGeom>
          <a:ln w="3175">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3D9A4000-D41D-ED5B-1F60-2F3DA0C51D0C}"/>
              </a:ext>
            </a:extLst>
          </p:cNvPr>
          <p:cNvCxnSpPr>
            <a:cxnSpLocks/>
          </p:cNvCxnSpPr>
          <p:nvPr/>
        </p:nvCxnSpPr>
        <p:spPr>
          <a:xfrm>
            <a:off x="8607146" y="4975550"/>
            <a:ext cx="2950143" cy="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0B6DBC0C-761F-F16D-6BC9-CF082DD796AB}"/>
              </a:ext>
            </a:extLst>
          </p:cNvPr>
          <p:cNvCxnSpPr>
            <a:cxnSpLocks/>
          </p:cNvCxnSpPr>
          <p:nvPr/>
        </p:nvCxnSpPr>
        <p:spPr>
          <a:xfrm>
            <a:off x="8607146" y="5129934"/>
            <a:ext cx="3112326" cy="0"/>
          </a:xfrm>
          <a:prstGeom prst="straightConnector1">
            <a:avLst/>
          </a:prstGeom>
          <a:ln w="9525">
            <a:solidFill>
              <a:schemeClr val="tx1">
                <a:lumMod val="75000"/>
                <a:lumOff val="25000"/>
              </a:schemeClr>
            </a:solidFill>
            <a:tailEnd type="arrow" w="sm" len="sm"/>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92ED7B99-034E-E876-62C3-79C73FFB6902}"/>
              </a:ext>
            </a:extLst>
          </p:cNvPr>
          <p:cNvSpPr txBox="1"/>
          <p:nvPr/>
        </p:nvSpPr>
        <p:spPr>
          <a:xfrm>
            <a:off x="11581310" y="5129934"/>
            <a:ext cx="492012"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i="1" kern="1200">
                <a:solidFill>
                  <a:schemeClr val="tx2"/>
                </a:solidFill>
                <a:latin typeface="+mn-lt"/>
                <a:ea typeface="+mn-ea"/>
                <a:cs typeface="+mn-cs"/>
              </a:rPr>
              <a:t>t</a:t>
            </a:r>
            <a:endParaRPr lang="en-US" sz="2000" i="1" kern="1200">
              <a:solidFill>
                <a:schemeClr val="tx2"/>
              </a:solidFill>
              <a:latin typeface="+mn-lt"/>
              <a:ea typeface="+mn-ea"/>
              <a:cs typeface="+mn-cs"/>
            </a:endParaRPr>
          </a:p>
        </p:txBody>
      </p:sp>
      <p:sp>
        <p:nvSpPr>
          <p:cNvPr id="45" name="Flowchart: Document 44">
            <a:extLst>
              <a:ext uri="{FF2B5EF4-FFF2-40B4-BE49-F238E27FC236}">
                <a16:creationId xmlns:a16="http://schemas.microsoft.com/office/drawing/2014/main" id="{71A84CE9-D1A1-473C-8B86-6A6AE211D1FD}"/>
              </a:ext>
            </a:extLst>
          </p:cNvPr>
          <p:cNvSpPr/>
          <p:nvPr/>
        </p:nvSpPr>
        <p:spPr>
          <a:xfrm>
            <a:off x="611851" y="5112540"/>
            <a:ext cx="1235868" cy="790196"/>
          </a:xfrm>
          <a:prstGeom prst="flowChartDocument">
            <a:avLst/>
          </a:prstGeom>
          <a:solidFill>
            <a:schemeClr val="accent2">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200" dirty="0"/>
              <a:t>SDS Metadata File</a:t>
            </a:r>
            <a:br>
              <a:rPr lang="en-US" sz="1200" dirty="0"/>
            </a:br>
            <a:r>
              <a:rPr lang="en-US" sz="1100" dirty="0"/>
              <a:t>‘</a:t>
            </a:r>
            <a:r>
              <a:rPr lang="en-US" sz="1100" dirty="0" err="1"/>
              <a:t>SensorX.sds.yml</a:t>
            </a:r>
            <a:r>
              <a:rPr lang="en-US" sz="1100" dirty="0"/>
              <a:t>’</a:t>
            </a:r>
            <a:endParaRPr lang="en-GB" sz="1400" dirty="0"/>
          </a:p>
        </p:txBody>
      </p:sp>
      <p:sp>
        <p:nvSpPr>
          <p:cNvPr id="46" name="Flowchart: Multidocument 45">
            <a:extLst>
              <a:ext uri="{FF2B5EF4-FFF2-40B4-BE49-F238E27FC236}">
                <a16:creationId xmlns:a16="http://schemas.microsoft.com/office/drawing/2014/main" id="{83BE0CDD-AF9C-74D8-9F6F-1B6C7717A81D}"/>
              </a:ext>
            </a:extLst>
          </p:cNvPr>
          <p:cNvSpPr/>
          <p:nvPr/>
        </p:nvSpPr>
        <p:spPr>
          <a:xfrm>
            <a:off x="614606" y="3944622"/>
            <a:ext cx="1449805" cy="994375"/>
          </a:xfrm>
          <a:prstGeom prst="flowChartMultidocument">
            <a:avLst/>
          </a:prstGeom>
          <a:solidFill>
            <a:schemeClr val="bg1">
              <a:lumMod val="8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SDS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000" b="0" i="0" u="none" strike="noStrike" kern="1200" cap="none" spc="0" normalizeH="0" baseline="0" noProof="0">
                <a:ln>
                  <a:noFill/>
                </a:ln>
                <a:solidFill>
                  <a:schemeClr val="bg2">
                    <a:lumMod val="25000"/>
                  </a:schemeClr>
                </a:solidFill>
                <a:effectLst/>
                <a:uLnTx/>
                <a:uFillTx/>
                <a:latin typeface="Calibri"/>
                <a:ea typeface="+mn-ea"/>
                <a:cs typeface="+mn-cs"/>
              </a:rPr>
              <a:t>S</a:t>
            </a:r>
            <a:r>
              <a:rPr lang="en-US" sz="1000">
                <a:solidFill>
                  <a:schemeClr val="bg2">
                    <a:lumMod val="25000"/>
                  </a:schemeClr>
                </a:solidFill>
                <a:latin typeface="Calibri"/>
              </a:rPr>
              <a:t>ensorX.&lt;</a:t>
            </a:r>
            <a:r>
              <a:rPr lang="en-US" sz="1000" dirty="0">
                <a:solidFill>
                  <a:schemeClr val="bg2">
                    <a:lumMod val="25000"/>
                  </a:schemeClr>
                </a:solidFill>
                <a:latin typeface="Calibri"/>
              </a:rPr>
              <a:t>idx0&gt;.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br>
              <a:rPr lang="en-US" sz="1000" dirty="0">
                <a:solidFill>
                  <a:schemeClr val="bg2">
                    <a:lumMod val="25000"/>
                  </a:schemeClr>
                </a:solidFill>
                <a:latin typeface="Calibri"/>
              </a:rPr>
            </a:br>
            <a:r>
              <a:rPr lang="en-US" sz="1000">
                <a:solidFill>
                  <a:schemeClr val="bg2">
                    <a:lumMod val="25000"/>
                  </a:schemeClr>
                </a:solidFill>
                <a:latin typeface="Calibri"/>
              </a:rPr>
              <a:t>‘SensorX.&lt;</a:t>
            </a:r>
            <a:r>
              <a:rPr lang="en-US" sz="1000" dirty="0">
                <a:solidFill>
                  <a:schemeClr val="bg2">
                    <a:lumMod val="25000"/>
                  </a:schemeClr>
                </a:solidFill>
                <a:latin typeface="Calibri"/>
              </a:rPr>
              <a:t>idx1&gt;.</a:t>
            </a:r>
            <a:r>
              <a:rPr lang="en-US" sz="1000" dirty="0" err="1">
                <a:solidFill>
                  <a:schemeClr val="bg2">
                    <a:lumMod val="25000"/>
                  </a:schemeClr>
                </a:solidFill>
                <a:latin typeface="Calibri"/>
              </a:rPr>
              <a:t>sds</a:t>
            </a:r>
            <a:r>
              <a:rPr lang="en-US" sz="1000" dirty="0">
                <a:solidFill>
                  <a:schemeClr val="bg2">
                    <a:lumMod val="25000"/>
                  </a:schemeClr>
                </a:solidFill>
                <a:latin typeface="Calibri"/>
              </a:rPr>
              <a:t>’</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65" name="TextBox 64">
            <a:extLst>
              <a:ext uri="{FF2B5EF4-FFF2-40B4-BE49-F238E27FC236}">
                <a16:creationId xmlns:a16="http://schemas.microsoft.com/office/drawing/2014/main" id="{5E1D2A42-4AC6-2319-4EE5-A17E1435E99A}"/>
              </a:ext>
            </a:extLst>
          </p:cNvPr>
          <p:cNvSpPr txBox="1"/>
          <p:nvPr/>
        </p:nvSpPr>
        <p:spPr>
          <a:xfrm>
            <a:off x="8823365" y="6003694"/>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#1</a:t>
            </a:r>
          </a:p>
        </p:txBody>
      </p:sp>
      <p:sp>
        <p:nvSpPr>
          <p:cNvPr id="66" name="TextBox 65">
            <a:extLst>
              <a:ext uri="{FF2B5EF4-FFF2-40B4-BE49-F238E27FC236}">
                <a16:creationId xmlns:a16="http://schemas.microsoft.com/office/drawing/2014/main" id="{2C716992-A923-5E45-D326-6543555B7526}"/>
              </a:ext>
            </a:extLst>
          </p:cNvPr>
          <p:cNvSpPr txBox="1"/>
          <p:nvPr/>
        </p:nvSpPr>
        <p:spPr>
          <a:xfrm>
            <a:off x="9999729" y="5996459"/>
            <a:ext cx="1044369"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
            </a:r>
            <a:r>
              <a:rPr lang="en-US" sz="1300" i="1" kern="1200">
                <a:solidFill>
                  <a:schemeClr val="tx2"/>
                </a:solidFill>
                <a:latin typeface="+mn-lt"/>
                <a:ea typeface="+mn-ea"/>
                <a:cs typeface="+mn-cs"/>
              </a:rPr>
              <a:t>ata block #2</a:t>
            </a:r>
          </a:p>
        </p:txBody>
      </p:sp>
      <p:sp>
        <p:nvSpPr>
          <p:cNvPr id="68" name="TextBox 67">
            <a:extLst>
              <a:ext uri="{FF2B5EF4-FFF2-40B4-BE49-F238E27FC236}">
                <a16:creationId xmlns:a16="http://schemas.microsoft.com/office/drawing/2014/main" id="{04DB128D-F413-992E-6B88-A6A49D2997F9}"/>
              </a:ext>
            </a:extLst>
          </p:cNvPr>
          <p:cNvSpPr txBox="1"/>
          <p:nvPr/>
        </p:nvSpPr>
        <p:spPr>
          <a:xfrm>
            <a:off x="8786148" y="5249018"/>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MEMS capturing with 3,5kHz ±5% </a:t>
            </a:r>
            <a:endParaRPr lang="en-US" sz="1300" i="1" kern="1200">
              <a:solidFill>
                <a:schemeClr val="tx2"/>
              </a:solidFill>
              <a:latin typeface="+mn-lt"/>
              <a:ea typeface="+mn-ea"/>
              <a:cs typeface="+mn-cs"/>
            </a:endParaRPr>
          </a:p>
        </p:txBody>
      </p:sp>
      <p:sp>
        <p:nvSpPr>
          <p:cNvPr id="69" name="TextBox 68">
            <a:extLst>
              <a:ext uri="{FF2B5EF4-FFF2-40B4-BE49-F238E27FC236}">
                <a16:creationId xmlns:a16="http://schemas.microsoft.com/office/drawing/2014/main" id="{1A17EB0D-664A-AFD6-D070-4E372F04197F}"/>
              </a:ext>
            </a:extLst>
          </p:cNvPr>
          <p:cNvSpPr txBox="1"/>
          <p:nvPr/>
        </p:nvSpPr>
        <p:spPr>
          <a:xfrm>
            <a:off x="8786148" y="3711473"/>
            <a:ext cx="2392104" cy="1800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audio signal capturing with 8kHz</a:t>
            </a:r>
            <a:endParaRPr lang="en-US" sz="1300" i="1" kern="1200">
              <a:solidFill>
                <a:schemeClr val="tx2"/>
              </a:solidFill>
              <a:latin typeface="+mn-lt"/>
              <a:ea typeface="+mn-ea"/>
              <a:cs typeface="+mn-cs"/>
            </a:endParaRPr>
          </a:p>
        </p:txBody>
      </p:sp>
      <p:sp>
        <p:nvSpPr>
          <p:cNvPr id="4" name="Content Placeholder 3">
            <a:extLst>
              <a:ext uri="{FF2B5EF4-FFF2-40B4-BE49-F238E27FC236}">
                <a16:creationId xmlns:a16="http://schemas.microsoft.com/office/drawing/2014/main" id="{B18CDA74-78BE-F935-80C0-F792D4483B83}"/>
              </a:ext>
            </a:extLst>
          </p:cNvPr>
          <p:cNvSpPr txBox="1">
            <a:spLocks/>
          </p:cNvSpPr>
          <p:nvPr/>
        </p:nvSpPr>
        <p:spPr>
          <a:xfrm>
            <a:off x="455644" y="1544130"/>
            <a:ext cx="7672512" cy="396350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r>
              <a:rPr lang="en-US" sz="1800" dirty="0">
                <a:solidFill>
                  <a:schemeClr val="tx1">
                    <a:lumMod val="65000"/>
                    <a:lumOff val="35000"/>
                  </a:schemeClr>
                </a:solidFill>
                <a:ea typeface="+mn-ea"/>
              </a:rPr>
              <a:t>Single or multiple data streams, including sensor fusion with clock deviations</a:t>
            </a:r>
          </a:p>
          <a:p>
            <a:pPr lvl="1"/>
            <a:r>
              <a:rPr lang="en-US" sz="1600" dirty="0">
                <a:solidFill>
                  <a:schemeClr val="tx1">
                    <a:lumMod val="65000"/>
                    <a:lumOff val="35000"/>
                  </a:schemeClr>
                </a:solidFill>
                <a:ea typeface="+mn-ea"/>
              </a:rPr>
              <a:t>Sensors may have independent clock sources with tolerances</a:t>
            </a:r>
          </a:p>
          <a:p>
            <a:pPr>
              <a:spcBef>
                <a:spcPts val="900"/>
              </a:spcBef>
            </a:pPr>
            <a:r>
              <a:rPr lang="en-US" sz="1800" dirty="0">
                <a:solidFill>
                  <a:schemeClr val="tx1">
                    <a:lumMod val="65000"/>
                    <a:lumOff val="35000"/>
                  </a:schemeClr>
                </a:solidFill>
                <a:ea typeface="+mn-ea"/>
              </a:rPr>
              <a:t>SDS Metadata file describes content of SDS data files</a:t>
            </a:r>
          </a:p>
          <a:p>
            <a:pPr>
              <a:spcBef>
                <a:spcPts val="900"/>
              </a:spcBef>
            </a:pPr>
            <a:r>
              <a:rPr lang="en-US" sz="1800" dirty="0">
                <a:solidFill>
                  <a:schemeClr val="tx1">
                    <a:lumMod val="65000"/>
                    <a:lumOff val="35000"/>
                  </a:schemeClr>
                </a:solidFill>
                <a:ea typeface="+mn-ea"/>
              </a:rPr>
              <a:t>Python-based utilities for recording, playback, visualization, data conversion, and algorithm verification with off-line tools</a:t>
            </a:r>
          </a:p>
          <a:p>
            <a:pPr marL="0" indent="0">
              <a:buNone/>
            </a:pPr>
            <a:endParaRPr lang="en-US" sz="1100" b="0" i="0" dirty="0">
              <a:solidFill>
                <a:srgbClr val="24292F"/>
              </a:solidFill>
              <a:effectLst/>
              <a:latin typeface="-apple-system"/>
            </a:endParaRPr>
          </a:p>
          <a:p>
            <a:pPr marL="0" indent="0">
              <a:buNone/>
            </a:pPr>
            <a:endParaRPr lang="en-US" sz="1400" dirty="0">
              <a:solidFill>
                <a:srgbClr val="24292F"/>
              </a:solidFill>
              <a:latin typeface="-apple-system"/>
            </a:endParaRPr>
          </a:p>
          <a:p>
            <a:endParaRPr lang="en-US" sz="1800" dirty="0"/>
          </a:p>
          <a:p>
            <a:pPr lvl="1"/>
            <a:endParaRPr lang="en-US" sz="1800" dirty="0"/>
          </a:p>
        </p:txBody>
      </p:sp>
      <p:pic>
        <p:nvPicPr>
          <p:cNvPr id="12" name="Picture 11" descr="Chart, line chart, histogram&#10;&#10;Description automatically generated">
            <a:extLst>
              <a:ext uri="{FF2B5EF4-FFF2-40B4-BE49-F238E27FC236}">
                <a16:creationId xmlns:a16="http://schemas.microsoft.com/office/drawing/2014/main" id="{28BDE2FA-B892-7A78-85AE-4729E26F172F}"/>
              </a:ext>
            </a:extLst>
          </p:cNvPr>
          <p:cNvPicPr>
            <a:picLocks noChangeAspect="1"/>
          </p:cNvPicPr>
          <p:nvPr/>
        </p:nvPicPr>
        <p:blipFill rotWithShape="1">
          <a:blip r:embed="rId5"/>
          <a:srcRect l="4145" t="7265" r="8394" b="1512"/>
          <a:stretch/>
        </p:blipFill>
        <p:spPr>
          <a:xfrm>
            <a:off x="2192272" y="3429000"/>
            <a:ext cx="3340260" cy="2581815"/>
          </a:xfrm>
          <a:prstGeom prst="rect">
            <a:avLst/>
          </a:prstGeom>
        </p:spPr>
      </p:pic>
      <p:pic>
        <p:nvPicPr>
          <p:cNvPr id="14" name="Picture 13" descr="Chart, radar chart&#10;&#10;Description automatically generated">
            <a:extLst>
              <a:ext uri="{FF2B5EF4-FFF2-40B4-BE49-F238E27FC236}">
                <a16:creationId xmlns:a16="http://schemas.microsoft.com/office/drawing/2014/main" id="{EC64B0DF-476E-7A41-6D8C-79D121C166A6}"/>
              </a:ext>
            </a:extLst>
          </p:cNvPr>
          <p:cNvPicPr>
            <a:picLocks noChangeAspect="1"/>
          </p:cNvPicPr>
          <p:nvPr/>
        </p:nvPicPr>
        <p:blipFill rotWithShape="1">
          <a:blip r:embed="rId6"/>
          <a:srcRect l="18180" t="4323" r="8224" b="7677"/>
          <a:stretch/>
        </p:blipFill>
        <p:spPr>
          <a:xfrm>
            <a:off x="5532531" y="3380807"/>
            <a:ext cx="2817705" cy="2567459"/>
          </a:xfrm>
          <a:prstGeom prst="rect">
            <a:avLst/>
          </a:prstGeom>
        </p:spPr>
      </p:pic>
    </p:spTree>
    <p:extLst>
      <p:ext uri="{BB962C8B-B14F-4D97-AF65-F5344CB8AC3E}">
        <p14:creationId xmlns:p14="http://schemas.microsoft.com/office/powerpoint/2010/main" val="159723404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5094F2-43C7-F443-5B5B-CB3197B1386F}"/>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502EBEA1-7041-D39E-E8B2-FAD0CF474387}"/>
              </a:ext>
            </a:extLst>
          </p:cNvPr>
          <p:cNvSpPr/>
          <p:nvPr/>
        </p:nvSpPr>
        <p:spPr>
          <a:xfrm>
            <a:off x="1423700" y="289362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5" name="Rectangle 4">
            <a:extLst>
              <a:ext uri="{FF2B5EF4-FFF2-40B4-BE49-F238E27FC236}">
                <a16:creationId xmlns:a16="http://schemas.microsoft.com/office/drawing/2014/main" id="{4E4A9F10-1A20-75D7-567A-32554F95CCD4}"/>
              </a:ext>
            </a:extLst>
          </p:cNvPr>
          <p:cNvSpPr/>
          <p:nvPr/>
        </p:nvSpPr>
        <p:spPr>
          <a:xfrm>
            <a:off x="1533527" y="2995874"/>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FFFFF"/>
                </a:solidFill>
                <a:effectLst/>
                <a:uLnTx/>
                <a:uFillTx/>
                <a:latin typeface="Courier New" panose="02070309020205020404" pitchFamily="49" charset="0"/>
                <a:ea typeface="+mn-ea"/>
                <a:cs typeface="Courier New" panose="02070309020205020404" pitchFamily="49" charset="0"/>
              </a:rPr>
              <a:t>sds_buffer.</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Circular Buffer Handling</a:t>
            </a:r>
          </a:p>
        </p:txBody>
      </p:sp>
      <p:sp>
        <p:nvSpPr>
          <p:cNvPr id="6" name="TextBox 5">
            <a:extLst>
              <a:ext uri="{FF2B5EF4-FFF2-40B4-BE49-F238E27FC236}">
                <a16:creationId xmlns:a16="http://schemas.microsoft.com/office/drawing/2014/main" id="{7212B908-F5F8-CA93-4A1F-3C27B1A1BFC8}"/>
              </a:ext>
            </a:extLst>
          </p:cNvPr>
          <p:cNvSpPr txBox="1"/>
          <p:nvPr/>
        </p:nvSpPr>
        <p:spPr>
          <a:xfrm>
            <a:off x="4032795" y="3012817"/>
            <a:ext cx="3507170" cy="741742"/>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A circular buffer management for each data stream</a:t>
            </a:r>
            <a:br>
              <a:rPr kumimoji="0" lang="en-US" sz="1200" b="0" i="0" u="none" strike="noStrike" kern="1200" cap="none" spc="0" normalizeH="0" baseline="0" noProof="0" dirty="0">
                <a:ln>
                  <a:noFill/>
                </a:ln>
                <a:solidFill>
                  <a:srgbClr val="333E48"/>
                </a:solidFill>
                <a:effectLst/>
                <a:uLnTx/>
                <a:uFillTx/>
                <a:latin typeface="Calibri"/>
                <a:ea typeface="+mn-ea"/>
                <a:cs typeface="+mn-cs"/>
              </a:rPr>
            </a:br>
            <a:r>
              <a:rPr kumimoji="0" lang="en-US" sz="1200" b="0" i="0" u="none" strike="noStrike" kern="1200" cap="none" spc="0" normalizeH="0" baseline="0" noProof="0" dirty="0">
                <a:ln>
                  <a:noFill/>
                </a:ln>
                <a:solidFill>
                  <a:srgbClr val="333E48"/>
                </a:solidFill>
                <a:effectLst/>
                <a:uLnTx/>
                <a:uFillTx/>
                <a:latin typeface="Calibri"/>
                <a:ea typeface="+mn-ea"/>
                <a:cs typeface="+mn-cs"/>
              </a:rPr>
              <a:t>triggers events back to the SDS Stream Interface when a buffer threshold is reached.</a:t>
            </a:r>
          </a:p>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endParaRPr kumimoji="0" lang="en-US" sz="1200" b="0" i="0" u="none" strike="noStrike" kern="1200" cap="none" spc="0" normalizeH="0" baseline="0" noProof="0" dirty="0">
              <a:ln>
                <a:noFill/>
              </a:ln>
              <a:solidFill>
                <a:srgbClr val="333E48"/>
              </a:solidFill>
              <a:effectLst/>
              <a:uLnTx/>
              <a:uFillTx/>
              <a:latin typeface="Calibri"/>
              <a:ea typeface="+mn-ea"/>
              <a:cs typeface="+mn-cs"/>
            </a:endParaRPr>
          </a:p>
        </p:txBody>
      </p:sp>
      <p:sp>
        <p:nvSpPr>
          <p:cNvPr id="35" name="Rectangle 34">
            <a:extLst>
              <a:ext uri="{FF2B5EF4-FFF2-40B4-BE49-F238E27FC236}">
                <a16:creationId xmlns:a16="http://schemas.microsoft.com/office/drawing/2014/main" id="{1F469086-77BB-6A4A-C688-3433A7B19C4F}"/>
              </a:ext>
            </a:extLst>
          </p:cNvPr>
          <p:cNvSpPr/>
          <p:nvPr/>
        </p:nvSpPr>
        <p:spPr>
          <a:xfrm>
            <a:off x="1423700" y="1924963"/>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24" name="Rectangle 23">
            <a:extLst>
              <a:ext uri="{FF2B5EF4-FFF2-40B4-BE49-F238E27FC236}">
                <a16:creationId xmlns:a16="http://schemas.microsoft.com/office/drawing/2014/main" id="{FD62ECB4-E16A-77E0-1D46-45658FF4DBF3}"/>
              </a:ext>
            </a:extLst>
          </p:cNvPr>
          <p:cNvSpPr/>
          <p:nvPr/>
        </p:nvSpPr>
        <p:spPr>
          <a:xfrm>
            <a:off x="1423700" y="3835098"/>
            <a:ext cx="6121745"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0" name="Rectangle 9">
            <a:extLst>
              <a:ext uri="{FF2B5EF4-FFF2-40B4-BE49-F238E27FC236}">
                <a16:creationId xmlns:a16="http://schemas.microsoft.com/office/drawing/2014/main" id="{F7BBF633-8744-CC8C-10A1-BA4A85D519D2}"/>
              </a:ext>
            </a:extLst>
          </p:cNvPr>
          <p:cNvSpPr/>
          <p:nvPr/>
        </p:nvSpPr>
        <p:spPr>
          <a:xfrm>
            <a:off x="1552055" y="3947275"/>
            <a:ext cx="1625602"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sdsio_</a:t>
            </a:r>
            <a:r>
              <a:rPr kumimoji="0" lang="en-US" sz="1100" b="0" i="1"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x</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sdsio.h</a:t>
            </a:r>
            <a:br>
              <a:rPr kumimoji="0" lang="en-US" sz="1600" b="0" i="0" u="none" strike="noStrike" kern="1200" cap="none" spc="0" normalizeH="0" baseline="0" noProof="0" dirty="0">
                <a:ln>
                  <a:noFill/>
                </a:ln>
                <a:solidFill>
                  <a:srgbClr val="FFFFFF"/>
                </a:solidFill>
                <a:effectLst/>
                <a:uLnTx/>
                <a:uFillTx/>
                <a:latin typeface="Calibri"/>
                <a:ea typeface="+mn-ea"/>
                <a:cs typeface="+mn-cs"/>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SDSIO Client Interface</a:t>
            </a:r>
          </a:p>
        </p:txBody>
      </p:sp>
      <p:sp>
        <p:nvSpPr>
          <p:cNvPr id="14" name="Flowchart: Multidocument 13">
            <a:extLst>
              <a:ext uri="{FF2B5EF4-FFF2-40B4-BE49-F238E27FC236}">
                <a16:creationId xmlns:a16="http://schemas.microsoft.com/office/drawing/2014/main" id="{C9712542-DD31-8884-4D5B-D5AD8ADC2647}"/>
              </a:ext>
            </a:extLst>
          </p:cNvPr>
          <p:cNvSpPr/>
          <p:nvPr/>
        </p:nvSpPr>
        <p:spPr>
          <a:xfrm>
            <a:off x="1630687" y="4838429"/>
            <a:ext cx="1449805" cy="730253"/>
          </a:xfrm>
          <a:prstGeom prst="flowChartMultidocument">
            <a:avLst/>
          </a:prstGeom>
          <a:solidFill>
            <a:schemeClr val="bg1">
              <a:lumMod val="95000"/>
            </a:schemeClr>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sds</a:t>
            </a:r>
            <a:r>
              <a:rPr kumimoji="0" lang="en-US" sz="1100" b="1" i="0" u="none" strike="noStrike" kern="1200" cap="none" spc="0" normalizeH="0" baseline="0" noProof="0" dirty="0">
                <a:ln>
                  <a:noFill/>
                </a:ln>
                <a:solidFill>
                  <a:srgbClr val="E5ECEB">
                    <a:lumMod val="25000"/>
                  </a:srgbClr>
                </a:solidFill>
                <a:effectLst/>
                <a:uLnTx/>
                <a:uFillTx/>
                <a:latin typeface="Courier New" panose="02070309020205020404" pitchFamily="49" charset="0"/>
                <a:ea typeface="+mn-ea"/>
                <a:cs typeface="Courier New" panose="02070309020205020404" pitchFamily="49" charset="0"/>
              </a:rPr>
              <a:t> </a:t>
            </a:r>
            <a:r>
              <a:rPr kumimoji="0" lang="en-US" sz="1200" b="0" i="0" u="none" strike="noStrike" kern="1200" cap="none" spc="0" normalizeH="0" baseline="0" noProof="0" dirty="0">
                <a:ln>
                  <a:noFill/>
                </a:ln>
                <a:solidFill>
                  <a:srgbClr val="E5ECEB">
                    <a:lumMod val="25000"/>
                  </a:srgbClr>
                </a:solidFill>
                <a:effectLst/>
                <a:uLnTx/>
                <a:uFillTx/>
                <a:latin typeface="Calibri"/>
                <a:ea typeface="+mn-ea"/>
                <a:cs typeface="+mn-cs"/>
              </a:rPr>
              <a:t>data f</a:t>
            </a:r>
            <a:r>
              <a:rPr kumimoji="0" lang="en-US" sz="1200" b="0" i="0" u="none" strike="noStrike" kern="1200" cap="none" spc="0" normalizeH="0" baseline="0" noProof="0" dirty="0" err="1">
                <a:ln>
                  <a:noFill/>
                </a:ln>
                <a:solidFill>
                  <a:srgbClr val="E5ECEB">
                    <a:lumMod val="25000"/>
                  </a:srgbClr>
                </a:solidFill>
                <a:effectLst/>
                <a:uLnTx/>
                <a:uFillTx/>
                <a:latin typeface="Calibri"/>
                <a:ea typeface="+mn-ea"/>
                <a:cs typeface="+mn-cs"/>
              </a:rPr>
              <a:t>iles</a:t>
            </a:r>
            <a:endParaRPr kumimoji="0" lang="en-US" sz="1000" b="0" i="0" u="none" strike="noStrike" kern="1200" cap="none" spc="0" normalizeH="0" baseline="0" noProof="0" dirty="0">
              <a:ln>
                <a:noFill/>
              </a:ln>
              <a:solidFill>
                <a:srgbClr val="E5ECEB">
                  <a:lumMod val="25000"/>
                </a:srgbClr>
              </a:solidFill>
              <a:effectLst/>
              <a:uLnTx/>
              <a:uFillTx/>
              <a:latin typeface="Calibri"/>
              <a:ea typeface="+mn-ea"/>
              <a:cs typeface="+mn-cs"/>
            </a:endParaRPr>
          </a:p>
        </p:txBody>
      </p:sp>
      <p:sp>
        <p:nvSpPr>
          <p:cNvPr id="23" name="TextBox 22">
            <a:extLst>
              <a:ext uri="{FF2B5EF4-FFF2-40B4-BE49-F238E27FC236}">
                <a16:creationId xmlns:a16="http://schemas.microsoft.com/office/drawing/2014/main" id="{39A92E7E-FDA6-137B-3BA3-C4D9690EF7FB}"/>
              </a:ext>
            </a:extLst>
          </p:cNvPr>
          <p:cNvSpPr txBox="1"/>
          <p:nvPr/>
        </p:nvSpPr>
        <p:spPr>
          <a:xfrm>
            <a:off x="4018538" y="3946558"/>
            <a:ext cx="3507170" cy="664797"/>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This SDSIO Client Interface implements the access to  </a:t>
            </a:r>
            <a:r>
              <a:rPr kumimoji="0" lang="en-US" sz="1100" b="1" i="0" u="none" strike="noStrike" kern="1200" cap="none" spc="0" normalizeH="0" baseline="0" noProof="0" dirty="0">
                <a:ln>
                  <a:noFill/>
                </a:ln>
                <a:solidFill>
                  <a:srgbClr val="333E48"/>
                </a:solidFill>
                <a:effectLst/>
                <a:uLnTx/>
                <a:uFillTx/>
                <a:latin typeface="Courier New" panose="02070309020205020404" pitchFamily="49" charset="0"/>
                <a:ea typeface="+mn-ea"/>
                <a:cs typeface="Courier New" panose="02070309020205020404" pitchFamily="49" charset="0"/>
              </a:rPr>
              <a:t>*.</a:t>
            </a:r>
            <a:r>
              <a:rPr kumimoji="0" lang="en-US" sz="1100" b="1" i="0" u="none" strike="noStrike" kern="1200" cap="none" spc="0" normalizeH="0" baseline="0" noProof="0" dirty="0" err="1">
                <a:ln>
                  <a:noFill/>
                </a:ln>
                <a:solidFill>
                  <a:srgbClr val="333E48"/>
                </a:solidFill>
                <a:effectLst/>
                <a:uLnTx/>
                <a:uFillTx/>
                <a:latin typeface="Courier New" panose="02070309020205020404" pitchFamily="49" charset="0"/>
                <a:ea typeface="+mn-ea"/>
                <a:cs typeface="Courier New" panose="02070309020205020404" pitchFamily="49" charset="0"/>
              </a:rPr>
              <a:t>sds</a:t>
            </a:r>
            <a:r>
              <a:rPr kumimoji="0" lang="en-US" sz="1200" b="0" i="0" u="none" strike="noStrike" kern="1200" cap="none" spc="0" normalizeH="0" baseline="0" noProof="0" dirty="0">
                <a:ln>
                  <a:noFill/>
                </a:ln>
                <a:solidFill>
                  <a:srgbClr val="333E48"/>
                </a:solidFill>
                <a:effectLst/>
                <a:uLnTx/>
                <a:uFillTx/>
                <a:latin typeface="Calibri"/>
                <a:ea typeface="+mn-ea"/>
                <a:cs typeface="+mn-cs"/>
              </a:rPr>
              <a:t> data files. Multiple SDSIO Client implementations are available that interface to file system, network, UART, USB, or RTT.</a:t>
            </a:r>
          </a:p>
        </p:txBody>
      </p:sp>
      <p:sp>
        <p:nvSpPr>
          <p:cNvPr id="29" name="Arrow: Up-Down 28">
            <a:extLst>
              <a:ext uri="{FF2B5EF4-FFF2-40B4-BE49-F238E27FC236}">
                <a16:creationId xmlns:a16="http://schemas.microsoft.com/office/drawing/2014/main" id="{9D828AB0-1215-D780-9EAA-E977ED3C4A44}"/>
              </a:ext>
            </a:extLst>
          </p:cNvPr>
          <p:cNvSpPr/>
          <p:nvPr/>
        </p:nvSpPr>
        <p:spPr>
          <a:xfrm>
            <a:off x="2241565" y="3619439"/>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2" name="Arrow: Up-Down 31">
            <a:extLst>
              <a:ext uri="{FF2B5EF4-FFF2-40B4-BE49-F238E27FC236}">
                <a16:creationId xmlns:a16="http://schemas.microsoft.com/office/drawing/2014/main" id="{368FE335-1E5D-198E-F095-E924C8ABA0B6}"/>
              </a:ext>
            </a:extLst>
          </p:cNvPr>
          <p:cNvSpPr/>
          <p:nvPr/>
        </p:nvSpPr>
        <p:spPr>
          <a:xfrm>
            <a:off x="2247045" y="4566142"/>
            <a:ext cx="217088" cy="272287"/>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36" name="TextBox 35">
            <a:extLst>
              <a:ext uri="{FF2B5EF4-FFF2-40B4-BE49-F238E27FC236}">
                <a16:creationId xmlns:a16="http://schemas.microsoft.com/office/drawing/2014/main" id="{D798D057-DD8F-93AE-76B6-7649C571E2E2}"/>
              </a:ext>
            </a:extLst>
          </p:cNvPr>
          <p:cNvSpPr txBox="1"/>
          <p:nvPr/>
        </p:nvSpPr>
        <p:spPr>
          <a:xfrm>
            <a:off x="4024022" y="2080387"/>
            <a:ext cx="3507170" cy="332399"/>
          </a:xfrm>
          <a:prstGeom prst="rect">
            <a:avLst/>
          </a:prstGeom>
          <a:noFill/>
        </p:spPr>
        <p:txBody>
          <a:bodyPr wrap="square" lIns="0" tIns="0" rIns="0" bIns="0" rtlCol="0">
            <a:spAutoFit/>
          </a:bodyPr>
          <a:lstStyle/>
          <a:p>
            <a:pPr marL="0" marR="0" lvl="0" indent="0" algn="l" defTabSz="914400" rtl="0" eaLnBrk="1" fontAlgn="auto" latinLnBrk="0" hangingPunct="1">
              <a:lnSpc>
                <a:spcPct val="90000"/>
              </a:lnSpc>
              <a:spcBef>
                <a:spcPts val="0"/>
              </a:spcBef>
              <a:spcAft>
                <a:spcPts val="600"/>
              </a:spcAft>
              <a:buClrTx/>
              <a:buSzTx/>
              <a:buFont typeface="Arial" panose="020B0604020202020204" pitchFamily="34" charset="0"/>
              <a:buNone/>
              <a:tabLst/>
              <a:defRPr/>
            </a:pPr>
            <a:r>
              <a:rPr kumimoji="0" lang="en-US" sz="1200" b="0" i="0" u="none" strike="noStrike" kern="1200" cap="none" spc="0" normalizeH="0" baseline="0" noProof="0" dirty="0">
                <a:ln>
                  <a:noFill/>
                </a:ln>
                <a:solidFill>
                  <a:srgbClr val="333E48"/>
                </a:solidFill>
                <a:effectLst/>
                <a:uLnTx/>
                <a:uFillTx/>
                <a:latin typeface="Calibri"/>
                <a:ea typeface="+mn-ea"/>
                <a:cs typeface="+mn-cs"/>
              </a:rPr>
              <a:t>The SDS Stream Interface implements non-blocking, thread-safe functions to </a:t>
            </a:r>
            <a:r>
              <a:rPr kumimoji="0" lang="en-US" sz="1200" b="0" i="0" u="none" strike="noStrike" kern="1200" cap="none" spc="0" normalizeH="0" baseline="0" noProof="0">
                <a:ln>
                  <a:noFill/>
                </a:ln>
                <a:solidFill>
                  <a:srgbClr val="333E48"/>
                </a:solidFill>
                <a:effectLst/>
                <a:uLnTx/>
                <a:uFillTx/>
                <a:latin typeface="Calibri"/>
                <a:ea typeface="+mn-ea"/>
                <a:cs typeface="+mn-cs"/>
              </a:rPr>
              <a:t>read or write data </a:t>
            </a:r>
            <a:r>
              <a:rPr kumimoji="0" lang="en-US" sz="1200" b="0" i="0" u="none" strike="noStrike" kern="1200" cap="none" spc="0" normalizeH="0" baseline="0" noProof="0" dirty="0">
                <a:ln>
                  <a:noFill/>
                </a:ln>
                <a:solidFill>
                  <a:srgbClr val="333E48"/>
                </a:solidFill>
                <a:effectLst/>
                <a:uLnTx/>
                <a:uFillTx/>
                <a:latin typeface="Calibri"/>
                <a:ea typeface="+mn-ea"/>
                <a:cs typeface="+mn-cs"/>
              </a:rPr>
              <a:t>streams.</a:t>
            </a:r>
          </a:p>
        </p:txBody>
      </p:sp>
      <p:sp>
        <p:nvSpPr>
          <p:cNvPr id="8" name="Arrow: Up-Down 7">
            <a:extLst>
              <a:ext uri="{FF2B5EF4-FFF2-40B4-BE49-F238E27FC236}">
                <a16:creationId xmlns:a16="http://schemas.microsoft.com/office/drawing/2014/main" id="{95C8C0C5-0CC4-505A-9351-DED0612E839A}"/>
              </a:ext>
            </a:extLst>
          </p:cNvPr>
          <p:cNvSpPr/>
          <p:nvPr/>
        </p:nvSpPr>
        <p:spPr>
          <a:xfrm>
            <a:off x="2241565" y="2650458"/>
            <a:ext cx="217088" cy="343554"/>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9" name="Rectangle 8">
            <a:extLst>
              <a:ext uri="{FF2B5EF4-FFF2-40B4-BE49-F238E27FC236}">
                <a16:creationId xmlns:a16="http://schemas.microsoft.com/office/drawing/2014/main" id="{8026F6F4-8A79-5BB6-6762-88E8976A06E3}"/>
              </a:ext>
            </a:extLst>
          </p:cNvPr>
          <p:cNvSpPr/>
          <p:nvPr/>
        </p:nvSpPr>
        <p:spPr>
          <a:xfrm>
            <a:off x="1533527" y="2024645"/>
            <a:ext cx="1644133" cy="62029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err="1">
                <a:ln>
                  <a:noFill/>
                </a:ln>
                <a:solidFill>
                  <a:srgbClr val="FFFFFF"/>
                </a:solidFill>
                <a:effectLst/>
                <a:uLnTx/>
                <a:uFillTx/>
                <a:latin typeface="Courier New" panose="02070309020205020404" pitchFamily="49" charset="0"/>
                <a:ea typeface="+mn-ea"/>
                <a:cs typeface="Courier New" panose="02070309020205020404" pitchFamily="49" charset="0"/>
              </a:rPr>
              <a:t>sds.c</a:t>
            </a:r>
            <a: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t>/h</a:t>
            </a:r>
            <a:br>
              <a:rPr kumimoji="0" lang="en-US" sz="1100" b="1" i="0" u="none" strike="noStrike" kern="1200" cap="none" spc="0" normalizeH="0" baseline="0" noProof="0" dirty="0">
                <a:ln>
                  <a:noFill/>
                </a:ln>
                <a:solidFill>
                  <a:srgbClr val="FFFFFF"/>
                </a:solidFill>
                <a:effectLst/>
                <a:uLnTx/>
                <a:uFillTx/>
                <a:latin typeface="Courier New" panose="02070309020205020404" pitchFamily="49" charset="0"/>
                <a:ea typeface="+mn-ea"/>
                <a:cs typeface="Courier New" panose="02070309020205020404" pitchFamily="49" charset="0"/>
              </a:rPr>
            </a:br>
            <a:r>
              <a:rPr kumimoji="0" lang="en-US" sz="1200" b="0" i="0" u="none" strike="noStrike" kern="1200" cap="none" spc="0" normalizeH="0" baseline="0" noProof="0" dirty="0">
                <a:ln>
                  <a:noFill/>
                </a:ln>
                <a:solidFill>
                  <a:srgbClr val="FFFFFF"/>
                </a:solidFill>
                <a:effectLst/>
                <a:uLnTx/>
                <a:uFillTx/>
                <a:latin typeface="Calibri"/>
                <a:ea typeface="+mn-ea"/>
                <a:cs typeface="+mn-cs"/>
              </a:rPr>
              <a:t>SDS Stream Interface</a:t>
            </a:r>
          </a:p>
        </p:txBody>
      </p:sp>
      <p:sp>
        <p:nvSpPr>
          <p:cNvPr id="7" name="Arrow: Up-Down 6">
            <a:extLst>
              <a:ext uri="{FF2B5EF4-FFF2-40B4-BE49-F238E27FC236}">
                <a16:creationId xmlns:a16="http://schemas.microsoft.com/office/drawing/2014/main" id="{E98C1AE2-7E66-8F87-F26E-B457C1B28874}"/>
              </a:ext>
            </a:extLst>
          </p:cNvPr>
          <p:cNvSpPr/>
          <p:nvPr/>
        </p:nvSpPr>
        <p:spPr>
          <a:xfrm>
            <a:off x="2241565" y="1757652"/>
            <a:ext cx="217088" cy="272287"/>
          </a:xfrm>
          <a:prstGeom prst="upDownArrow">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FF0E82BA-21CE-49D2-33CB-90E1F2FFAEC9}"/>
              </a:ext>
            </a:extLst>
          </p:cNvPr>
          <p:cNvSpPr txBox="1"/>
          <p:nvPr/>
        </p:nvSpPr>
        <p:spPr>
          <a:xfrm>
            <a:off x="1436055" y="1408471"/>
            <a:ext cx="1844663" cy="332399"/>
          </a:xfrm>
          <a:prstGeom prst="rect">
            <a:avLst/>
          </a:prstGeom>
          <a:solidFill>
            <a:schemeClr val="bg1">
              <a:lumMod val="95000"/>
            </a:schemeClr>
          </a:solidFill>
          <a:ln w="19050">
            <a:solidFill>
              <a:schemeClr val="accent1"/>
            </a:solidFill>
          </a:ln>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200" kern="1200" dirty="0">
                <a:solidFill>
                  <a:schemeClr val="tx2"/>
                </a:solidFill>
                <a:latin typeface="+mn-lt"/>
                <a:ea typeface="+mn-ea"/>
                <a:cs typeface="+mn-cs"/>
              </a:rPr>
              <a:t>Data stream application under development</a:t>
            </a:r>
          </a:p>
        </p:txBody>
      </p:sp>
    </p:spTree>
    <p:extLst>
      <p:ext uri="{BB962C8B-B14F-4D97-AF65-F5344CB8AC3E}">
        <p14:creationId xmlns:p14="http://schemas.microsoft.com/office/powerpoint/2010/main" val="22358027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CA5D4-C7CF-56B7-4D26-1D3745C85A28}"/>
              </a:ext>
            </a:extLst>
          </p:cNvPr>
          <p:cNvSpPr>
            <a:spLocks noGrp="1"/>
          </p:cNvSpPr>
          <p:nvPr>
            <p:ph type="title"/>
          </p:nvPr>
        </p:nvSpPr>
        <p:spPr/>
        <p:txBody>
          <a:bodyPr/>
          <a:lstStyle/>
          <a:p>
            <a:r>
              <a:rPr lang="en-US"/>
              <a:t>SDS Recorder </a:t>
            </a:r>
            <a:r>
              <a:rPr lang="en-US">
                <a:hlinkClick r:id="rId2"/>
              </a:rPr>
              <a:t>https://github.com/Arm-Examples/sds-examples</a:t>
            </a:r>
            <a:br>
              <a:rPr lang="en-US"/>
            </a:br>
            <a:endParaRPr lang="en-US"/>
          </a:p>
        </p:txBody>
      </p:sp>
      <p:sp>
        <p:nvSpPr>
          <p:cNvPr id="4" name="Rectangle 3">
            <a:extLst>
              <a:ext uri="{FF2B5EF4-FFF2-40B4-BE49-F238E27FC236}">
                <a16:creationId xmlns:a16="http://schemas.microsoft.com/office/drawing/2014/main" id="{268F30E4-EF9A-1A51-E8F1-2E8F1385FA61}"/>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8" name="Rectangle 7">
            <a:extLst>
              <a:ext uri="{FF2B5EF4-FFF2-40B4-BE49-F238E27FC236}">
                <a16:creationId xmlns:a16="http://schemas.microsoft.com/office/drawing/2014/main" id="{CE3974E6-B40A-AB0A-DFDB-B964F9612AEA}"/>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Record/Playback </a:t>
            </a:r>
            <a:br>
              <a:rPr lang="en-US" sz="1100" dirty="0"/>
            </a:br>
            <a:r>
              <a:rPr lang="en-US" sz="1100" dirty="0"/>
              <a:t>SDS Data Files via</a:t>
            </a:r>
            <a:br>
              <a:rPr lang="en-US" sz="1100" dirty="0"/>
            </a:br>
            <a:r>
              <a:rPr lang="en-US" sz="1100" dirty="0"/>
              <a:t>Network, RTT, USB, File System</a:t>
            </a:r>
            <a:endParaRPr lang="en-US" sz="1050" dirty="0"/>
          </a:p>
        </p:txBody>
      </p:sp>
      <p:sp>
        <p:nvSpPr>
          <p:cNvPr id="10" name="Rectangle 9">
            <a:extLst>
              <a:ext uri="{FF2B5EF4-FFF2-40B4-BE49-F238E27FC236}">
                <a16:creationId xmlns:a16="http://schemas.microsoft.com/office/drawing/2014/main" id="{CEE742C1-9B27-441A-6C29-20D13149B32F}"/>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16" name="Rectangle 15">
            <a:extLst>
              <a:ext uri="{FF2B5EF4-FFF2-40B4-BE49-F238E27FC236}">
                <a16:creationId xmlns:a16="http://schemas.microsoft.com/office/drawing/2014/main" id="{8C61B6A3-A1BE-4248-57B1-609E5F0E8AAB}"/>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Provided in BSP</a:t>
            </a:r>
            <a:endParaRPr lang="en-US" sz="1050" dirty="0"/>
          </a:p>
        </p:txBody>
      </p:sp>
      <p:sp>
        <p:nvSpPr>
          <p:cNvPr id="17" name="Rectangle 16">
            <a:extLst>
              <a:ext uri="{FF2B5EF4-FFF2-40B4-BE49-F238E27FC236}">
                <a16:creationId xmlns:a16="http://schemas.microsoft.com/office/drawing/2014/main" id="{4DB6B1BC-4815-896E-9392-B226B5A4C231}"/>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3" name="Rectangle 2">
            <a:extLst>
              <a:ext uri="{FF2B5EF4-FFF2-40B4-BE49-F238E27FC236}">
                <a16:creationId xmlns:a16="http://schemas.microsoft.com/office/drawing/2014/main" id="{981466B6-29ED-CB94-AF4F-BC970DB65D25}"/>
              </a:ext>
            </a:extLst>
          </p:cNvPr>
          <p:cNvSpPr/>
          <p:nvPr/>
        </p:nvSpPr>
        <p:spPr>
          <a:xfrm>
            <a:off x="627994"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Check SDSIO interface with</a:t>
            </a:r>
            <a:br>
              <a:rPr lang="en-US" sz="1100" dirty="0"/>
            </a:br>
            <a:r>
              <a:rPr lang="en-US" sz="1100" dirty="0"/>
              <a:t>user configurable bandwidth parameters</a:t>
            </a:r>
            <a:endParaRPr lang="en-US" sz="1050" dirty="0"/>
          </a:p>
        </p:txBody>
      </p:sp>
      <p:sp>
        <p:nvSpPr>
          <p:cNvPr id="5" name="Rectangle 4">
            <a:extLst>
              <a:ext uri="{FF2B5EF4-FFF2-40B4-BE49-F238E27FC236}">
                <a16:creationId xmlns:a16="http://schemas.microsoft.com/office/drawing/2014/main" id="{006CFF1E-7F8E-879E-76E9-6194FE53B86C}"/>
              </a:ext>
            </a:extLst>
          </p:cNvPr>
          <p:cNvSpPr/>
          <p:nvPr/>
        </p:nvSpPr>
        <p:spPr>
          <a:xfrm>
            <a:off x="627994"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DataTest.cproject.yml</a:t>
            </a:r>
            <a:endParaRPr lang="en-US" sz="1400" dirty="0"/>
          </a:p>
        </p:txBody>
      </p:sp>
      <p:sp>
        <p:nvSpPr>
          <p:cNvPr id="6" name="Rectangle 5">
            <a:extLst>
              <a:ext uri="{FF2B5EF4-FFF2-40B4-BE49-F238E27FC236}">
                <a16:creationId xmlns:a16="http://schemas.microsoft.com/office/drawing/2014/main" id="{E094A49A-EC2D-EEEF-132A-B6D2A8111BE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Verify </a:t>
            </a:r>
            <a:r>
              <a:rPr lang="en-US" sz="1100"/>
              <a:t>and optimize</a:t>
            </a:r>
            <a:br>
              <a:rPr lang="en-US" sz="1100" dirty="0"/>
            </a:br>
            <a:r>
              <a:rPr lang="en-US" sz="1100" dirty="0"/>
              <a:t>user algorithms</a:t>
            </a:r>
            <a:br>
              <a:rPr lang="en-US" sz="1100" dirty="0"/>
            </a:br>
            <a:r>
              <a:rPr lang="en-US" sz="1100" dirty="0"/>
              <a:t>with repeatable data</a:t>
            </a:r>
            <a:endParaRPr lang="en-US" sz="1050" dirty="0"/>
          </a:p>
        </p:txBody>
      </p:sp>
      <p:sp>
        <p:nvSpPr>
          <p:cNvPr id="7" name="Rectangle 6">
            <a:extLst>
              <a:ext uri="{FF2B5EF4-FFF2-40B4-BE49-F238E27FC236}">
                <a16:creationId xmlns:a16="http://schemas.microsoft.com/office/drawing/2014/main" id="{02192468-F815-85E7-1987-BD05F8475585}"/>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20" name="Callout: Bent Line with Accent Bar 19">
            <a:extLst>
              <a:ext uri="{FF2B5EF4-FFF2-40B4-BE49-F238E27FC236}">
                <a16:creationId xmlns:a16="http://schemas.microsoft.com/office/drawing/2014/main" id="{D1617B0D-C16A-73DF-D7EA-A87528EA450C}"/>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21" name="Callout: Bent Line with Accent Bar 20">
            <a:extLst>
              <a:ext uri="{FF2B5EF4-FFF2-40B4-BE49-F238E27FC236}">
                <a16:creationId xmlns:a16="http://schemas.microsoft.com/office/drawing/2014/main" id="{DCAC335D-914C-08BE-625E-F7D62ED092E1}"/>
              </a:ext>
            </a:extLst>
          </p:cNvPr>
          <p:cNvSpPr/>
          <p:nvPr/>
        </p:nvSpPr>
        <p:spPr>
          <a:xfrm>
            <a:off x="5492884" y="2343531"/>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Add user algorithm</a:t>
            </a:r>
            <a:br>
              <a:rPr lang="en-US" sz="1200" dirty="0">
                <a:solidFill>
                  <a:schemeClr val="tx1"/>
                </a:solidFill>
              </a:rPr>
            </a:br>
            <a:r>
              <a:rPr lang="en-US" sz="1200" dirty="0">
                <a:solidFill>
                  <a:schemeClr val="tx1"/>
                </a:solidFill>
              </a:rPr>
              <a:t>and data stream</a:t>
            </a:r>
            <a:br>
              <a:rPr lang="en-US" sz="1200" dirty="0">
                <a:solidFill>
                  <a:schemeClr val="tx1"/>
                </a:solidFill>
              </a:rPr>
            </a:br>
            <a:r>
              <a:rPr lang="en-US" sz="1200" dirty="0">
                <a:solidFill>
                  <a:schemeClr val="tx1"/>
                </a:solidFill>
              </a:rPr>
              <a:t>input interface</a:t>
            </a:r>
          </a:p>
        </p:txBody>
      </p:sp>
      <p:sp>
        <p:nvSpPr>
          <p:cNvPr id="22" name="Callout: Bent Line with Accent Bar 21">
            <a:extLst>
              <a:ext uri="{FF2B5EF4-FFF2-40B4-BE49-F238E27FC236}">
                <a16:creationId xmlns:a16="http://schemas.microsoft.com/office/drawing/2014/main" id="{688DADD3-DBC8-96B6-7CE2-9CCEB7866880}"/>
              </a:ext>
            </a:extLst>
          </p:cNvPr>
          <p:cNvSpPr/>
          <p:nvPr/>
        </p:nvSpPr>
        <p:spPr>
          <a:xfrm>
            <a:off x="5492884" y="3419606"/>
            <a:ext cx="1718554"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Start/stop, recording,</a:t>
            </a:r>
            <a:br>
              <a:rPr lang="en-US" sz="1200" dirty="0">
                <a:solidFill>
                  <a:schemeClr val="tx1"/>
                </a:solidFill>
              </a:rPr>
            </a:br>
            <a:r>
              <a:rPr lang="en-US" sz="1200" dirty="0">
                <a:solidFill>
                  <a:schemeClr val="tx1"/>
                </a:solidFill>
              </a:rPr>
              <a:t>and playback selected at </a:t>
            </a:r>
            <a:r>
              <a:rPr lang="en-US" sz="1200">
                <a:solidFill>
                  <a:schemeClr val="tx1"/>
                </a:solidFill>
              </a:rPr>
              <a:t>runtime using </a:t>
            </a:r>
            <a:r>
              <a:rPr lang="en-US" sz="1200" dirty="0" err="1">
                <a:solidFill>
                  <a:schemeClr val="tx1"/>
                </a:solidFill>
              </a:rPr>
              <a:t>sdsFlags</a:t>
            </a:r>
            <a:br>
              <a:rPr lang="en-US" sz="1200" dirty="0">
                <a:solidFill>
                  <a:schemeClr val="tx1"/>
                </a:solidFill>
              </a:rPr>
            </a:br>
            <a:endParaRPr lang="en-US" sz="1200" dirty="0">
              <a:solidFill>
                <a:schemeClr val="tx1"/>
              </a:solidFill>
            </a:endParaRPr>
          </a:p>
        </p:txBody>
      </p:sp>
    </p:spTree>
    <p:extLst>
      <p:ext uri="{BB962C8B-B14F-4D97-AF65-F5344CB8AC3E}">
        <p14:creationId xmlns:p14="http://schemas.microsoft.com/office/powerpoint/2010/main" val="26129905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F144F2-CF8D-2512-3394-F5BA8456CB66}"/>
            </a:ext>
          </a:extLst>
        </p:cNvPr>
        <p:cNvGrpSpPr/>
        <p:nvPr/>
      </p:nvGrpSpPr>
      <p:grpSpPr>
        <a:xfrm>
          <a:off x="0" y="0"/>
          <a:ext cx="0" cy="0"/>
          <a:chOff x="0" y="0"/>
          <a:chExt cx="0" cy="0"/>
        </a:xfrm>
      </p:grpSpPr>
      <p:pic>
        <p:nvPicPr>
          <p:cNvPr id="24" name="Picture 23">
            <a:extLst>
              <a:ext uri="{FF2B5EF4-FFF2-40B4-BE49-F238E27FC236}">
                <a16:creationId xmlns:a16="http://schemas.microsoft.com/office/drawing/2014/main" id="{37BFEDB3-B3D6-2C10-8FDA-BB0D92CB186C}"/>
              </a:ex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999499" y="4183639"/>
            <a:ext cx="583661" cy="583661"/>
          </a:xfrm>
          <a:prstGeom prst="rect">
            <a:avLst/>
          </a:prstGeom>
        </p:spPr>
      </p:pic>
      <p:sp>
        <p:nvSpPr>
          <p:cNvPr id="41" name="Rectangle 40">
            <a:extLst>
              <a:ext uri="{FF2B5EF4-FFF2-40B4-BE49-F238E27FC236}">
                <a16:creationId xmlns:a16="http://schemas.microsoft.com/office/drawing/2014/main" id="{C8527290-3EF0-E61B-B20A-69AF735B4578}"/>
              </a:ext>
            </a:extLst>
          </p:cNvPr>
          <p:cNvSpPr/>
          <p:nvPr/>
        </p:nvSpPr>
        <p:spPr>
          <a:xfrm>
            <a:off x="5193588" y="204855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5" name="Title 4">
            <a:extLst>
              <a:ext uri="{FF2B5EF4-FFF2-40B4-BE49-F238E27FC236}">
                <a16:creationId xmlns:a16="http://schemas.microsoft.com/office/drawing/2014/main" id="{D1A1CFD5-D12C-F7F1-986D-C54D0AB93D77}"/>
              </a:ext>
            </a:extLst>
          </p:cNvPr>
          <p:cNvSpPr>
            <a:spLocks noGrp="1"/>
          </p:cNvSpPr>
          <p:nvPr>
            <p:ph type="title"/>
          </p:nvPr>
        </p:nvSpPr>
        <p:spPr/>
        <p:txBody>
          <a:bodyPr/>
          <a:lstStyle/>
          <a:p>
            <a:r>
              <a:rPr lang="en-US" sz="3200" dirty="0"/>
              <a:t>Challenge: Validate and Optimize Algorithms with Real World Data</a:t>
            </a:r>
          </a:p>
        </p:txBody>
      </p:sp>
      <p:sp>
        <p:nvSpPr>
          <p:cNvPr id="39" name="Text Placeholder 38">
            <a:extLst>
              <a:ext uri="{FF2B5EF4-FFF2-40B4-BE49-F238E27FC236}">
                <a16:creationId xmlns:a16="http://schemas.microsoft.com/office/drawing/2014/main" id="{13D8F53C-BBB9-85C8-DD5D-44A43D56565C}"/>
              </a:ext>
            </a:extLst>
          </p:cNvPr>
          <p:cNvSpPr>
            <a:spLocks noGrp="1"/>
          </p:cNvSpPr>
          <p:nvPr>
            <p:ph type="body" sz="quarter" idx="13"/>
          </p:nvPr>
        </p:nvSpPr>
        <p:spPr/>
        <p:txBody>
          <a:bodyPr/>
          <a:lstStyle/>
          <a:p>
            <a:r>
              <a:rPr lang="en-US">
                <a:hlinkClick r:id="rId4"/>
              </a:rPr>
              <a:t>github.com/ARM-software/SDS-Framework</a:t>
            </a:r>
            <a:endParaRPr lang="en-US"/>
          </a:p>
          <a:p>
            <a:endParaRPr lang="en-US"/>
          </a:p>
        </p:txBody>
      </p:sp>
      <p:sp>
        <p:nvSpPr>
          <p:cNvPr id="18" name="Process 108">
            <a:extLst>
              <a:ext uri="{FF2B5EF4-FFF2-40B4-BE49-F238E27FC236}">
                <a16:creationId xmlns:a16="http://schemas.microsoft.com/office/drawing/2014/main" id="{1F661DBA-D929-7A33-1889-F9F876D960B5}"/>
              </a:ext>
            </a:extLst>
          </p:cNvPr>
          <p:cNvSpPr/>
          <p:nvPr/>
        </p:nvSpPr>
        <p:spPr>
          <a:xfrm>
            <a:off x="6040376" y="3129792"/>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207E24AA-E047-B462-7131-5C8856B0CC22}"/>
              </a:ext>
            </a:extLst>
          </p:cNvPr>
          <p:cNvCxnSpPr>
            <a:cxnSpLocks/>
          </p:cNvCxnSpPr>
          <p:nvPr/>
        </p:nvCxnSpPr>
        <p:spPr>
          <a:xfrm flipV="1">
            <a:off x="6550824" y="5094182"/>
            <a:ext cx="0" cy="21402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Connector: Elbow 11">
            <a:extLst>
              <a:ext uri="{FF2B5EF4-FFF2-40B4-BE49-F238E27FC236}">
                <a16:creationId xmlns:a16="http://schemas.microsoft.com/office/drawing/2014/main" id="{4A21D529-1776-708D-9726-1A44511AD9CD}"/>
              </a:ext>
            </a:extLst>
          </p:cNvPr>
          <p:cNvCxnSpPr>
            <a:cxnSpLocks/>
            <a:stCxn id="18" idx="0"/>
          </p:cNvCxnSpPr>
          <p:nvPr/>
        </p:nvCxnSpPr>
        <p:spPr>
          <a:xfrm rot="5400000" flipH="1" flipV="1">
            <a:off x="6491676" y="2721416"/>
            <a:ext cx="491746" cy="325006"/>
          </a:xfrm>
          <a:prstGeom prst="bentConnector2">
            <a:avLst/>
          </a:prstGeom>
          <a:ln w="15875">
            <a:tailEnd type="triangle"/>
          </a:ln>
        </p:spPr>
        <p:style>
          <a:lnRef idx="1">
            <a:schemeClr val="accent1"/>
          </a:lnRef>
          <a:fillRef idx="0">
            <a:schemeClr val="accent1"/>
          </a:fillRef>
          <a:effectRef idx="0">
            <a:schemeClr val="accent1"/>
          </a:effectRef>
          <a:fontRef idx="minor">
            <a:schemeClr val="tx1"/>
          </a:fontRef>
        </p:style>
      </p:cxnSp>
      <p:pic>
        <p:nvPicPr>
          <p:cNvPr id="1032" name="Picture 8">
            <a:extLst>
              <a:ext uri="{FF2B5EF4-FFF2-40B4-BE49-F238E27FC236}">
                <a16:creationId xmlns:a16="http://schemas.microsoft.com/office/drawing/2014/main" id="{6C903232-ADC0-5A08-225F-89C2A9E62E9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554480" y="4275966"/>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1034" name="Picture 10">
            <a:extLst>
              <a:ext uri="{FF2B5EF4-FFF2-40B4-BE49-F238E27FC236}">
                <a16:creationId xmlns:a16="http://schemas.microsoft.com/office/drawing/2014/main" id="{65AF3852-5AAA-A92A-81F9-643570854D5C}"/>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29880" y="4348456"/>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26" name="Arrow: Up-Down 25">
            <a:extLst>
              <a:ext uri="{FF2B5EF4-FFF2-40B4-BE49-F238E27FC236}">
                <a16:creationId xmlns:a16="http://schemas.microsoft.com/office/drawing/2014/main" id="{03A8E324-75E5-41B6-A782-5D4DFE3121B9}"/>
              </a:ext>
            </a:extLst>
          </p:cNvPr>
          <p:cNvSpPr/>
          <p:nvPr/>
        </p:nvSpPr>
        <p:spPr>
          <a:xfrm>
            <a:off x="7269774" y="4084661"/>
            <a:ext cx="198660" cy="612057"/>
          </a:xfrm>
          <a:prstGeom prst="up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Arrow Connector 29">
            <a:extLst>
              <a:ext uri="{FF2B5EF4-FFF2-40B4-BE49-F238E27FC236}">
                <a16:creationId xmlns:a16="http://schemas.microsoft.com/office/drawing/2014/main" id="{98EC138A-8EB3-9461-A4DF-DAB5DF9B1F36}"/>
              </a:ext>
            </a:extLst>
          </p:cNvPr>
          <p:cNvCxnSpPr>
            <a:cxnSpLocks/>
            <a:endCxn id="18" idx="2"/>
          </p:cNvCxnSpPr>
          <p:nvPr/>
        </p:nvCxnSpPr>
        <p:spPr>
          <a:xfrm flipV="1">
            <a:off x="6575046" y="3524755"/>
            <a:ext cx="0" cy="16494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26F3DD64-481E-19A5-8A12-4AA7AD55C322}"/>
              </a:ext>
            </a:extLst>
          </p:cNvPr>
          <p:cNvSpPr/>
          <p:nvPr/>
        </p:nvSpPr>
        <p:spPr>
          <a:xfrm>
            <a:off x="548139" y="2020669"/>
            <a:ext cx="4327727" cy="2230652"/>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sp>
        <p:nvSpPr>
          <p:cNvPr id="11" name="Content Placeholder 2">
            <a:extLst>
              <a:ext uri="{FF2B5EF4-FFF2-40B4-BE49-F238E27FC236}">
                <a16:creationId xmlns:a16="http://schemas.microsoft.com/office/drawing/2014/main" id="{E8BE8F26-4D42-8AF2-9DCD-F283D38678E0}"/>
              </a:ext>
            </a:extLst>
          </p:cNvPr>
          <p:cNvSpPr txBox="1">
            <a:spLocks/>
          </p:cNvSpPr>
          <p:nvPr/>
        </p:nvSpPr>
        <p:spPr>
          <a:xfrm>
            <a:off x="548139"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13" name="Straight Arrow Connector 12">
            <a:extLst>
              <a:ext uri="{FF2B5EF4-FFF2-40B4-BE49-F238E27FC236}">
                <a16:creationId xmlns:a16="http://schemas.microsoft.com/office/drawing/2014/main" id="{5E12FDCE-DCB1-C05A-479F-054B342DBC31}"/>
              </a:ext>
            </a:extLst>
          </p:cNvPr>
          <p:cNvCxnSpPr>
            <a:cxnSpLocks/>
          </p:cNvCxnSpPr>
          <p:nvPr/>
        </p:nvCxnSpPr>
        <p:spPr>
          <a:xfrm flipV="1">
            <a:off x="1571731" y="2642167"/>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388690EA-4651-5674-CE79-1777AA4E9E5E}"/>
              </a:ext>
            </a:extLst>
          </p:cNvPr>
          <p:cNvCxnSpPr>
            <a:cxnSpLocks/>
            <a:stCxn id="37" idx="3"/>
          </p:cNvCxnSpPr>
          <p:nvPr/>
        </p:nvCxnSpPr>
        <p:spPr>
          <a:xfrm flipV="1">
            <a:off x="3161456"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5" name="Process 104">
            <a:extLst>
              <a:ext uri="{FF2B5EF4-FFF2-40B4-BE49-F238E27FC236}">
                <a16:creationId xmlns:a16="http://schemas.microsoft.com/office/drawing/2014/main" id="{3F2D5B05-99F5-422C-155A-D55895C4EAC4}"/>
              </a:ext>
            </a:extLst>
          </p:cNvPr>
          <p:cNvSpPr/>
          <p:nvPr/>
        </p:nvSpPr>
        <p:spPr>
          <a:xfrm>
            <a:off x="707321" y="2423190"/>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37" name="Process 106">
            <a:extLst>
              <a:ext uri="{FF2B5EF4-FFF2-40B4-BE49-F238E27FC236}">
                <a16:creationId xmlns:a16="http://schemas.microsoft.com/office/drawing/2014/main" id="{FF93A55A-EF3D-3743-1F2F-10BFA9962F8A}"/>
              </a:ext>
            </a:extLst>
          </p:cNvPr>
          <p:cNvSpPr/>
          <p:nvPr/>
        </p:nvSpPr>
        <p:spPr>
          <a:xfrm>
            <a:off x="2258136"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54" name="TextBox 53">
            <a:extLst>
              <a:ext uri="{FF2B5EF4-FFF2-40B4-BE49-F238E27FC236}">
                <a16:creationId xmlns:a16="http://schemas.microsoft.com/office/drawing/2014/main" id="{B08AD49D-BC5D-A4A3-EF3F-FD0D54BA4865}"/>
              </a:ext>
            </a:extLst>
          </p:cNvPr>
          <p:cNvSpPr txBox="1"/>
          <p:nvPr/>
        </p:nvSpPr>
        <p:spPr>
          <a:xfrm>
            <a:off x="3253760"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84" name="Straight Arrow Connector 83">
            <a:extLst>
              <a:ext uri="{FF2B5EF4-FFF2-40B4-BE49-F238E27FC236}">
                <a16:creationId xmlns:a16="http://schemas.microsoft.com/office/drawing/2014/main" id="{38D71C36-3974-EF12-2B49-2BF5EFC0FD4E}"/>
              </a:ext>
            </a:extLst>
          </p:cNvPr>
          <p:cNvCxnSpPr>
            <a:cxnSpLocks/>
          </p:cNvCxnSpPr>
          <p:nvPr/>
        </p:nvCxnSpPr>
        <p:spPr>
          <a:xfrm>
            <a:off x="3479178"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5" name="Graphic 84">
            <a:extLst>
              <a:ext uri="{FF2B5EF4-FFF2-40B4-BE49-F238E27FC236}">
                <a16:creationId xmlns:a16="http://schemas.microsoft.com/office/drawing/2014/main" id="{D1090A28-DB10-FE27-AEF9-17CE1B7190C2}"/>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3346409" y="5318948"/>
            <a:ext cx="306905" cy="391304"/>
          </a:xfrm>
          <a:prstGeom prst="rect">
            <a:avLst/>
          </a:prstGeom>
        </p:spPr>
      </p:pic>
      <p:sp>
        <p:nvSpPr>
          <p:cNvPr id="86" name="TextBox 85">
            <a:extLst>
              <a:ext uri="{FF2B5EF4-FFF2-40B4-BE49-F238E27FC236}">
                <a16:creationId xmlns:a16="http://schemas.microsoft.com/office/drawing/2014/main" id="{4766513E-9BA2-1CA6-BB0E-9A1C3DB84B26}"/>
              </a:ext>
            </a:extLst>
          </p:cNvPr>
          <p:cNvSpPr txBox="1"/>
          <p:nvPr/>
        </p:nvSpPr>
        <p:spPr>
          <a:xfrm>
            <a:off x="3135370"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87" name="Straight Arrow Connector 86">
            <a:extLst>
              <a:ext uri="{FF2B5EF4-FFF2-40B4-BE49-F238E27FC236}">
                <a16:creationId xmlns:a16="http://schemas.microsoft.com/office/drawing/2014/main" id="{B810580E-F006-9CC9-E9AB-999F8AD7BE5B}"/>
              </a:ext>
            </a:extLst>
          </p:cNvPr>
          <p:cNvCxnSpPr>
            <a:cxnSpLocks/>
            <a:endCxn id="85" idx="0"/>
          </p:cNvCxnSpPr>
          <p:nvPr/>
        </p:nvCxnSpPr>
        <p:spPr>
          <a:xfrm>
            <a:off x="3499862"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9" name="Graphic 88">
            <a:extLst>
              <a:ext uri="{FF2B5EF4-FFF2-40B4-BE49-F238E27FC236}">
                <a16:creationId xmlns:a16="http://schemas.microsoft.com/office/drawing/2014/main" id="{D33578FE-F6A9-C661-4D58-6728AEF4D12E}"/>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1743892" y="5311452"/>
            <a:ext cx="306905" cy="391304"/>
          </a:xfrm>
          <a:prstGeom prst="rect">
            <a:avLst/>
          </a:prstGeom>
        </p:spPr>
      </p:pic>
      <p:sp>
        <p:nvSpPr>
          <p:cNvPr id="90" name="TextBox 89">
            <a:extLst>
              <a:ext uri="{FF2B5EF4-FFF2-40B4-BE49-F238E27FC236}">
                <a16:creationId xmlns:a16="http://schemas.microsoft.com/office/drawing/2014/main" id="{7911F9B4-E486-5702-62E1-DD75884E61E7}"/>
              </a:ext>
            </a:extLst>
          </p:cNvPr>
          <p:cNvSpPr txBox="1"/>
          <p:nvPr/>
        </p:nvSpPr>
        <p:spPr>
          <a:xfrm>
            <a:off x="1279971"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91" name="Process 108">
            <a:extLst>
              <a:ext uri="{FF2B5EF4-FFF2-40B4-BE49-F238E27FC236}">
                <a16:creationId xmlns:a16="http://schemas.microsoft.com/office/drawing/2014/main" id="{1661AFFA-91DB-81E8-1594-57188B7F8E28}"/>
              </a:ext>
            </a:extLst>
          </p:cNvPr>
          <p:cNvSpPr/>
          <p:nvPr/>
        </p:nvSpPr>
        <p:spPr>
          <a:xfrm>
            <a:off x="137355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99" name="Process 108">
            <a:extLst>
              <a:ext uri="{FF2B5EF4-FFF2-40B4-BE49-F238E27FC236}">
                <a16:creationId xmlns:a16="http://schemas.microsoft.com/office/drawing/2014/main" id="{D225A149-B37E-E143-7D2F-1894A1123467}"/>
              </a:ext>
            </a:extLst>
          </p:cNvPr>
          <p:cNvSpPr/>
          <p:nvPr/>
        </p:nvSpPr>
        <p:spPr>
          <a:xfrm>
            <a:off x="707322"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1" name="Straight Arrow Connector 100">
            <a:extLst>
              <a:ext uri="{FF2B5EF4-FFF2-40B4-BE49-F238E27FC236}">
                <a16:creationId xmlns:a16="http://schemas.microsoft.com/office/drawing/2014/main" id="{20753DE5-FA83-7C13-4855-9778247EECAF}"/>
              </a:ext>
            </a:extLst>
          </p:cNvPr>
          <p:cNvCxnSpPr>
            <a:cxnSpLocks/>
            <a:stCxn id="104" idx="2"/>
          </p:cNvCxnSpPr>
          <p:nvPr/>
        </p:nvCxnSpPr>
        <p:spPr>
          <a:xfrm>
            <a:off x="3479178" y="3522211"/>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Content Placeholder 2">
            <a:extLst>
              <a:ext uri="{FF2B5EF4-FFF2-40B4-BE49-F238E27FC236}">
                <a16:creationId xmlns:a16="http://schemas.microsoft.com/office/drawing/2014/main" id="{9A40FB03-FB05-94AF-ED54-FD26A12003B3}"/>
              </a:ext>
            </a:extLst>
          </p:cNvPr>
          <p:cNvSpPr txBox="1">
            <a:spLocks/>
          </p:cNvSpPr>
          <p:nvPr/>
        </p:nvSpPr>
        <p:spPr>
          <a:xfrm>
            <a:off x="595345"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104" name="Process 108">
            <a:extLst>
              <a:ext uri="{FF2B5EF4-FFF2-40B4-BE49-F238E27FC236}">
                <a16:creationId xmlns:a16="http://schemas.microsoft.com/office/drawing/2014/main" id="{0159F00E-0273-4B94-DAD2-4D0F9786BF5C}"/>
              </a:ext>
            </a:extLst>
          </p:cNvPr>
          <p:cNvSpPr/>
          <p:nvPr/>
        </p:nvSpPr>
        <p:spPr>
          <a:xfrm>
            <a:off x="2944508" y="3127248"/>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 </a:t>
            </a:r>
          </a:p>
        </p:txBody>
      </p:sp>
      <p:sp>
        <p:nvSpPr>
          <p:cNvPr id="105" name="Arrow: Down 104">
            <a:extLst>
              <a:ext uri="{FF2B5EF4-FFF2-40B4-BE49-F238E27FC236}">
                <a16:creationId xmlns:a16="http://schemas.microsoft.com/office/drawing/2014/main" id="{5DEC47CE-8A01-7046-CCA8-58B01F1A9114}"/>
              </a:ext>
            </a:extLst>
          </p:cNvPr>
          <p:cNvSpPr/>
          <p:nvPr/>
        </p:nvSpPr>
        <p:spPr>
          <a:xfrm>
            <a:off x="2608972" y="4087212"/>
            <a:ext cx="233251" cy="612057"/>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0" name="Straight Arrow Connector 109">
            <a:extLst>
              <a:ext uri="{FF2B5EF4-FFF2-40B4-BE49-F238E27FC236}">
                <a16:creationId xmlns:a16="http://schemas.microsoft.com/office/drawing/2014/main" id="{A7DC6A8B-11D0-7D9C-1373-7AC5E0525372}"/>
              </a:ext>
            </a:extLst>
          </p:cNvPr>
          <p:cNvCxnSpPr>
            <a:cxnSpLocks/>
          </p:cNvCxnSpPr>
          <p:nvPr/>
        </p:nvCxnSpPr>
        <p:spPr>
          <a:xfrm>
            <a:off x="1919739" y="2644536"/>
            <a:ext cx="4553" cy="48526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1" name="Straight Arrow Connector 110">
            <a:extLst>
              <a:ext uri="{FF2B5EF4-FFF2-40B4-BE49-F238E27FC236}">
                <a16:creationId xmlns:a16="http://schemas.microsoft.com/office/drawing/2014/main" id="{7B78252F-43F9-C956-E2B6-4EDC5C062FB5}"/>
              </a:ext>
            </a:extLst>
          </p:cNvPr>
          <p:cNvCxnSpPr>
            <a:cxnSpLocks/>
          </p:cNvCxnSpPr>
          <p:nvPr/>
        </p:nvCxnSpPr>
        <p:spPr>
          <a:xfrm>
            <a:off x="1911326" y="4896162"/>
            <a:ext cx="2083" cy="415089"/>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12" name="Straight Arrow Connector 111">
            <a:extLst>
              <a:ext uri="{FF2B5EF4-FFF2-40B4-BE49-F238E27FC236}">
                <a16:creationId xmlns:a16="http://schemas.microsoft.com/office/drawing/2014/main" id="{ECE83CBA-BE70-A2F1-36A1-1D162A514961}"/>
              </a:ext>
            </a:extLst>
          </p:cNvPr>
          <p:cNvCxnSpPr>
            <a:cxnSpLocks/>
          </p:cNvCxnSpPr>
          <p:nvPr/>
        </p:nvCxnSpPr>
        <p:spPr>
          <a:xfrm>
            <a:off x="1926368" y="3537730"/>
            <a:ext cx="0" cy="1584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7" name="Process 108">
            <a:extLst>
              <a:ext uri="{FF2B5EF4-FFF2-40B4-BE49-F238E27FC236}">
                <a16:creationId xmlns:a16="http://schemas.microsoft.com/office/drawing/2014/main" id="{F9DAC316-C282-BE0C-289C-78B9EBD977A5}"/>
              </a:ext>
            </a:extLst>
          </p:cNvPr>
          <p:cNvSpPr/>
          <p:nvPr/>
        </p:nvSpPr>
        <p:spPr>
          <a:xfrm>
            <a:off x="548139" y="4699269"/>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 or file system on target</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2" name="Flowchart: Multidocument 21">
            <a:extLst>
              <a:ext uri="{FF2B5EF4-FFF2-40B4-BE49-F238E27FC236}">
                <a16:creationId xmlns:a16="http://schemas.microsoft.com/office/drawing/2014/main" id="{6E80B3F3-05D3-9637-DA97-9DC8517032E9}"/>
              </a:ext>
            </a:extLst>
          </p:cNvPr>
          <p:cNvSpPr/>
          <p:nvPr/>
        </p:nvSpPr>
        <p:spPr>
          <a:xfrm>
            <a:off x="4370125" y="4301964"/>
            <a:ext cx="395021" cy="316559"/>
          </a:xfrm>
          <a:prstGeom prst="flowChartMultidocument">
            <a:avLst/>
          </a:prstGeom>
          <a:no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5" name="TextBox 24">
            <a:extLst>
              <a:ext uri="{FF2B5EF4-FFF2-40B4-BE49-F238E27FC236}">
                <a16:creationId xmlns:a16="http://schemas.microsoft.com/office/drawing/2014/main" id="{D1357933-623B-E9E1-1157-7D9F0180E021}"/>
              </a:ext>
            </a:extLst>
          </p:cNvPr>
          <p:cNvSpPr txBox="1"/>
          <p:nvPr/>
        </p:nvSpPr>
        <p:spPr>
          <a:xfrm>
            <a:off x="100988" y="1649388"/>
            <a:ext cx="5365218"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Capture real-world data streams in hardware</a:t>
            </a:r>
          </a:p>
        </p:txBody>
      </p:sp>
      <p:sp>
        <p:nvSpPr>
          <p:cNvPr id="38" name="TextBox 37">
            <a:extLst>
              <a:ext uri="{FF2B5EF4-FFF2-40B4-BE49-F238E27FC236}">
                <a16:creationId xmlns:a16="http://schemas.microsoft.com/office/drawing/2014/main" id="{A8820AA6-2F4A-43B0-7319-B63B60D8B295}"/>
              </a:ext>
            </a:extLst>
          </p:cNvPr>
          <p:cNvSpPr txBox="1"/>
          <p:nvPr/>
        </p:nvSpPr>
        <p:spPr>
          <a:xfrm>
            <a:off x="5103778" y="1655873"/>
            <a:ext cx="4559035" cy="2492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kern="1200" dirty="0">
                <a:solidFill>
                  <a:schemeClr val="tx2"/>
                </a:solidFill>
                <a:latin typeface="+mn-lt"/>
                <a:ea typeface="+mn-ea"/>
                <a:cs typeface="+mn-cs"/>
              </a:rPr>
              <a:t>Use same data streams to repeat tests</a:t>
            </a:r>
          </a:p>
        </p:txBody>
      </p:sp>
      <p:sp>
        <p:nvSpPr>
          <p:cNvPr id="43" name="Content Placeholder 2">
            <a:extLst>
              <a:ext uri="{FF2B5EF4-FFF2-40B4-BE49-F238E27FC236}">
                <a16:creationId xmlns:a16="http://schemas.microsoft.com/office/drawing/2014/main" id="{1D010D44-A9D6-B6F2-5912-AA94D0DB8365}"/>
              </a:ext>
            </a:extLst>
          </p:cNvPr>
          <p:cNvSpPr txBox="1">
            <a:spLocks/>
          </p:cNvSpPr>
          <p:nvPr/>
        </p:nvSpPr>
        <p:spPr>
          <a:xfrm>
            <a:off x="5193588" y="2075177"/>
            <a:ext cx="4327727"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dirty="0">
                <a:ln>
                  <a:noFill/>
                </a:ln>
                <a:solidFill>
                  <a:schemeClr val="tx1"/>
                </a:solidFill>
                <a:effectLst/>
                <a:uLnTx/>
                <a:uFillTx/>
                <a:latin typeface="Aeonik Fono" panose="020B0504030300000000" pitchFamily="34" charset="0"/>
                <a:ea typeface="ＭＳ Ｐゴシック" charset="0"/>
              </a:rPr>
              <a:t>ALGORITHM UNDER DEVELOPMENT  </a:t>
            </a:r>
          </a:p>
        </p:txBody>
      </p:sp>
      <p:cxnSp>
        <p:nvCxnSpPr>
          <p:cNvPr id="45" name="Straight Arrow Connector 44">
            <a:extLst>
              <a:ext uri="{FF2B5EF4-FFF2-40B4-BE49-F238E27FC236}">
                <a16:creationId xmlns:a16="http://schemas.microsoft.com/office/drawing/2014/main" id="{395B8862-3D44-5B8C-90ED-7DCABF1364C4}"/>
              </a:ext>
            </a:extLst>
          </p:cNvPr>
          <p:cNvCxnSpPr>
            <a:cxnSpLocks/>
            <a:stCxn id="47" idx="3"/>
          </p:cNvCxnSpPr>
          <p:nvPr/>
        </p:nvCxnSpPr>
        <p:spPr>
          <a:xfrm flipV="1">
            <a:off x="7806905" y="2640398"/>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7" name="Process 106">
            <a:extLst>
              <a:ext uri="{FF2B5EF4-FFF2-40B4-BE49-F238E27FC236}">
                <a16:creationId xmlns:a16="http://schemas.microsoft.com/office/drawing/2014/main" id="{0C3BF947-A407-D937-A7F6-FEFCE6D6164F}"/>
              </a:ext>
            </a:extLst>
          </p:cNvPr>
          <p:cNvSpPr/>
          <p:nvPr/>
        </p:nvSpPr>
        <p:spPr>
          <a:xfrm>
            <a:off x="6903585" y="2428186"/>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Algorithm</a:t>
            </a:r>
          </a:p>
        </p:txBody>
      </p:sp>
      <p:sp>
        <p:nvSpPr>
          <p:cNvPr id="48" name="TextBox 47">
            <a:extLst>
              <a:ext uri="{FF2B5EF4-FFF2-40B4-BE49-F238E27FC236}">
                <a16:creationId xmlns:a16="http://schemas.microsoft.com/office/drawing/2014/main" id="{561B7875-E95C-1B64-DA1B-3A09132FA1D7}"/>
              </a:ext>
            </a:extLst>
          </p:cNvPr>
          <p:cNvSpPr txBox="1"/>
          <p:nvPr/>
        </p:nvSpPr>
        <p:spPr>
          <a:xfrm>
            <a:off x="7899209" y="2442609"/>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a:latin typeface="Aeonik" panose="020B0503030300000000" pitchFamily="34" charset="0"/>
                <a:ea typeface="ＭＳ Ｐゴシック" panose="020B0600070205080204" pitchFamily="34" charset="-128"/>
                <a:cs typeface="Calibri" panose="020F0502020204030204" pitchFamily="34" charset="0"/>
              </a:rPr>
              <a:t>Output</a:t>
            </a:r>
            <a:endParaRPr kumimoji="0" lang="en-US" sz="1067"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cxnSp>
        <p:nvCxnSpPr>
          <p:cNvPr id="49" name="Straight Arrow Connector 48">
            <a:extLst>
              <a:ext uri="{FF2B5EF4-FFF2-40B4-BE49-F238E27FC236}">
                <a16:creationId xmlns:a16="http://schemas.microsoft.com/office/drawing/2014/main" id="{0A1BDBEE-B96F-66E9-EF2B-1F486EE1264C}"/>
              </a:ext>
            </a:extLst>
          </p:cNvPr>
          <p:cNvCxnSpPr>
            <a:cxnSpLocks/>
          </p:cNvCxnSpPr>
          <p:nvPr/>
        </p:nvCxnSpPr>
        <p:spPr>
          <a:xfrm>
            <a:off x="8124627" y="2641290"/>
            <a:ext cx="0" cy="481084"/>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0" name="Graphic 49">
            <a:extLst>
              <a:ext uri="{FF2B5EF4-FFF2-40B4-BE49-F238E27FC236}">
                <a16:creationId xmlns:a16="http://schemas.microsoft.com/office/drawing/2014/main" id="{5DA65F25-FB9C-754E-AD03-629223E3E5CC}"/>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7991858" y="5318948"/>
            <a:ext cx="306905" cy="391304"/>
          </a:xfrm>
          <a:prstGeom prst="rect">
            <a:avLst/>
          </a:prstGeom>
        </p:spPr>
      </p:pic>
      <p:sp>
        <p:nvSpPr>
          <p:cNvPr id="51" name="TextBox 50">
            <a:extLst>
              <a:ext uri="{FF2B5EF4-FFF2-40B4-BE49-F238E27FC236}">
                <a16:creationId xmlns:a16="http://schemas.microsoft.com/office/drawing/2014/main" id="{6B169750-C1C8-0655-5EF1-FC0136E979E4}"/>
              </a:ext>
            </a:extLst>
          </p:cNvPr>
          <p:cNvSpPr txBox="1"/>
          <p:nvPr/>
        </p:nvSpPr>
        <p:spPr>
          <a:xfrm>
            <a:off x="7780819" y="57652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Algorithm</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Output Data</a:t>
            </a:r>
          </a:p>
        </p:txBody>
      </p:sp>
      <p:cxnSp>
        <p:nvCxnSpPr>
          <p:cNvPr id="52" name="Straight Arrow Connector 51">
            <a:extLst>
              <a:ext uri="{FF2B5EF4-FFF2-40B4-BE49-F238E27FC236}">
                <a16:creationId xmlns:a16="http://schemas.microsoft.com/office/drawing/2014/main" id="{AC2B926D-57F1-ABE3-CAD2-17AF53E61814}"/>
              </a:ext>
            </a:extLst>
          </p:cNvPr>
          <p:cNvCxnSpPr>
            <a:cxnSpLocks/>
            <a:endCxn id="50" idx="0"/>
          </p:cNvCxnSpPr>
          <p:nvPr/>
        </p:nvCxnSpPr>
        <p:spPr>
          <a:xfrm>
            <a:off x="8145311" y="4867995"/>
            <a:ext cx="0" cy="45095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55" name="Graphic 54">
            <a:extLst>
              <a:ext uri="{FF2B5EF4-FFF2-40B4-BE49-F238E27FC236}">
                <a16:creationId xmlns:a16="http://schemas.microsoft.com/office/drawing/2014/main" id="{0E41A6B2-5C30-5097-D889-2636D43C2ADD}"/>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6389341" y="5311452"/>
            <a:ext cx="306905" cy="391304"/>
          </a:xfrm>
          <a:prstGeom prst="rect">
            <a:avLst/>
          </a:prstGeom>
        </p:spPr>
      </p:pic>
      <p:sp>
        <p:nvSpPr>
          <p:cNvPr id="56" name="TextBox 55">
            <a:extLst>
              <a:ext uri="{FF2B5EF4-FFF2-40B4-BE49-F238E27FC236}">
                <a16:creationId xmlns:a16="http://schemas.microsoft.com/office/drawing/2014/main" id="{904EB29D-33AF-3555-4527-E2C8EC198BCB}"/>
              </a:ext>
            </a:extLst>
          </p:cNvPr>
          <p:cNvSpPr txBox="1"/>
          <p:nvPr/>
        </p:nvSpPr>
        <p:spPr>
          <a:xfrm>
            <a:off x="5925420" y="5757754"/>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Physical</a:t>
            </a:r>
            <a:br>
              <a:rPr lang="en-US" sz="1067" b="1" dirty="0">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 </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Input Data</a:t>
            </a:r>
          </a:p>
        </p:txBody>
      </p:sp>
      <p:sp>
        <p:nvSpPr>
          <p:cNvPr id="61" name="Process 108">
            <a:extLst>
              <a:ext uri="{FF2B5EF4-FFF2-40B4-BE49-F238E27FC236}">
                <a16:creationId xmlns:a16="http://schemas.microsoft.com/office/drawing/2014/main" id="{9D8577CC-A5D5-4CFC-E93B-3801C19C6301}"/>
              </a:ext>
            </a:extLst>
          </p:cNvPr>
          <p:cNvSpPr/>
          <p:nvPr/>
        </p:nvSpPr>
        <p:spPr>
          <a:xfrm>
            <a:off x="5352771" y="3692943"/>
            <a:ext cx="4052656" cy="394963"/>
          </a:xfrm>
          <a:prstGeom prst="flowChartProcess">
            <a:avLst/>
          </a:prstGeom>
          <a:solidFill>
            <a:schemeClr val="bg1">
              <a:lumMod val="85000"/>
              <a:alpha val="69804"/>
            </a:schemeClr>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62" name="Straight Arrow Connector 61">
            <a:extLst>
              <a:ext uri="{FF2B5EF4-FFF2-40B4-BE49-F238E27FC236}">
                <a16:creationId xmlns:a16="http://schemas.microsoft.com/office/drawing/2014/main" id="{3836A6E2-B805-EF64-A429-2569C8878214}"/>
              </a:ext>
            </a:extLst>
          </p:cNvPr>
          <p:cNvCxnSpPr>
            <a:cxnSpLocks/>
            <a:stCxn id="68" idx="2"/>
          </p:cNvCxnSpPr>
          <p:nvPr/>
        </p:nvCxnSpPr>
        <p:spPr>
          <a:xfrm>
            <a:off x="8124627" y="3517337"/>
            <a:ext cx="0" cy="17560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64" name="Content Placeholder 2">
            <a:extLst>
              <a:ext uri="{FF2B5EF4-FFF2-40B4-BE49-F238E27FC236}">
                <a16:creationId xmlns:a16="http://schemas.microsoft.com/office/drawing/2014/main" id="{EF852423-7865-FF64-D352-89E990C8626E}"/>
              </a:ext>
            </a:extLst>
          </p:cNvPr>
          <p:cNvSpPr txBox="1">
            <a:spLocks/>
          </p:cNvSpPr>
          <p:nvPr/>
        </p:nvSpPr>
        <p:spPr>
          <a:xfrm>
            <a:off x="5240794" y="3805698"/>
            <a:ext cx="4221656" cy="194493"/>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kumimoji="0" lang="en-US" sz="1067" b="1" i="0" u="none" strike="noStrike" kern="1200" cap="none" spc="400" normalizeH="0" baseline="0" noProof="0">
                <a:ln>
                  <a:noFill/>
                </a:ln>
                <a:solidFill>
                  <a:schemeClr val="tx1"/>
                </a:solidFill>
                <a:effectLst/>
                <a:uLnTx/>
                <a:uFillTx/>
                <a:latin typeface="Aeonik Fono" panose="020B0504030300000000" pitchFamily="34" charset="0"/>
                <a:ea typeface="ＭＳ Ｐゴシック" charset="0"/>
              </a:rPr>
              <a:t>SDSIO  INTERFACE</a:t>
            </a:r>
          </a:p>
        </p:txBody>
      </p:sp>
      <p:sp>
        <p:nvSpPr>
          <p:cNvPr id="68" name="Process 108">
            <a:extLst>
              <a:ext uri="{FF2B5EF4-FFF2-40B4-BE49-F238E27FC236}">
                <a16:creationId xmlns:a16="http://schemas.microsoft.com/office/drawing/2014/main" id="{0A95AB2E-136A-3673-CFC7-C52C8F99E73B}"/>
              </a:ext>
            </a:extLst>
          </p:cNvPr>
          <p:cNvSpPr/>
          <p:nvPr/>
        </p:nvSpPr>
        <p:spPr>
          <a:xfrm>
            <a:off x="7589957" y="3122374"/>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endParaRPr>
          </a:p>
        </p:txBody>
      </p:sp>
      <p:sp>
        <p:nvSpPr>
          <p:cNvPr id="29" name="Process 108">
            <a:extLst>
              <a:ext uri="{FF2B5EF4-FFF2-40B4-BE49-F238E27FC236}">
                <a16:creationId xmlns:a16="http://schemas.microsoft.com/office/drawing/2014/main" id="{AD737D51-C9A0-ED5A-9117-D6D63FF217B9}"/>
              </a:ext>
            </a:extLst>
          </p:cNvPr>
          <p:cNvSpPr/>
          <p:nvPr/>
        </p:nvSpPr>
        <p:spPr>
          <a:xfrm>
            <a:off x="5189963" y="4696024"/>
            <a:ext cx="4346831"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SDSIO-Server </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running on </a:t>
            </a:r>
            <a:r>
              <a:rPr lang="en-GB" sz="1200" dirty="0">
                <a:solidFill>
                  <a:srgbClr val="FFFFFF"/>
                </a:solidFill>
                <a:latin typeface="Aeonik" panose="020B0503030300000000" pitchFamily="34" charset="0"/>
                <a:cs typeface="Calibri" panose="020F0502020204030204" pitchFamily="34" charset="0"/>
              </a:rPr>
              <a:t>development host</a:t>
            </a: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 </a:t>
            </a:r>
            <a:r>
              <a:rPr lang="en-GB" sz="1200" dirty="0">
                <a:solidFill>
                  <a:srgbClr val="FFFFFF"/>
                </a:solidFill>
                <a:latin typeface="Aeonik" panose="020B0503030300000000" pitchFamily="34" charset="0"/>
                <a:cs typeface="Calibri" panose="020F0502020204030204" pitchFamily="34" charset="0"/>
              </a:rPr>
              <a:t>or AVH simulation </a:t>
            </a:r>
            <a:endPar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pic>
        <p:nvPicPr>
          <p:cNvPr id="2" name="Picture 8">
            <a:extLst>
              <a:ext uri="{FF2B5EF4-FFF2-40B4-BE49-F238E27FC236}">
                <a16:creationId xmlns:a16="http://schemas.microsoft.com/office/drawing/2014/main" id="{10BAB371-2F45-DA65-DE0F-CBF6087CF93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74434" y="4266474"/>
            <a:ext cx="356681" cy="356681"/>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10">
            <a:extLst>
              <a:ext uri="{FF2B5EF4-FFF2-40B4-BE49-F238E27FC236}">
                <a16:creationId xmlns:a16="http://schemas.microsoft.com/office/drawing/2014/main" id="{4D57BC8C-9889-74B8-4330-D4AB94F9A1A0}"/>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3349834" y="4338964"/>
            <a:ext cx="486465" cy="233503"/>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4DF137CC-7CF4-F391-51B6-DE37098E0ED8}"/>
              </a:ext>
            </a:extLst>
          </p:cNvPr>
          <p:cNvSpPr txBox="1"/>
          <p:nvPr/>
        </p:nvSpPr>
        <p:spPr>
          <a:xfrm>
            <a:off x="3935455" y="4385050"/>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
        <p:nvSpPr>
          <p:cNvPr id="7" name="TextBox 6">
            <a:extLst>
              <a:ext uri="{FF2B5EF4-FFF2-40B4-BE49-F238E27FC236}">
                <a16:creationId xmlns:a16="http://schemas.microsoft.com/office/drawing/2014/main" id="{E7D4AD11-1252-DD22-3032-10B4E81E0118}"/>
              </a:ext>
            </a:extLst>
          </p:cNvPr>
          <p:cNvSpPr txBox="1"/>
          <p:nvPr/>
        </p:nvSpPr>
        <p:spPr>
          <a:xfrm>
            <a:off x="8601377" y="4398356"/>
            <a:ext cx="437833" cy="19389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400" b="1" kern="1200" dirty="0">
                <a:solidFill>
                  <a:schemeClr val="tx2"/>
                </a:solidFill>
                <a:latin typeface="Arial" panose="020B0604020202020204" pitchFamily="34" charset="0"/>
                <a:ea typeface="+mn-ea"/>
                <a:cs typeface="Arial" panose="020B0604020202020204" pitchFamily="34" charset="0"/>
              </a:rPr>
              <a:t>RTT</a:t>
            </a:r>
          </a:p>
        </p:txBody>
      </p:sp>
    </p:spTree>
    <p:extLst>
      <p:ext uri="{BB962C8B-B14F-4D97-AF65-F5344CB8AC3E}">
        <p14:creationId xmlns:p14="http://schemas.microsoft.com/office/powerpoint/2010/main" val="105401761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45C171-DBC2-14FC-149F-17AFEB55EBE8}"/>
              </a:ext>
            </a:extLst>
          </p:cNvPr>
          <p:cNvSpPr>
            <a:spLocks noGrp="1"/>
          </p:cNvSpPr>
          <p:nvPr>
            <p:ph type="title"/>
          </p:nvPr>
        </p:nvSpPr>
        <p:spPr/>
        <p:txBody>
          <a:bodyPr/>
          <a:lstStyle/>
          <a:p>
            <a:r>
              <a:rPr lang="en-US"/>
              <a:t>Current Status of </a:t>
            </a:r>
            <a:r>
              <a:rPr lang="en-US">
                <a:hlinkClick r:id="rId3"/>
              </a:rPr>
              <a:t>CMSIS-DSP Compute Graph</a:t>
            </a:r>
            <a:endParaRPr lang="en-US"/>
          </a:p>
        </p:txBody>
      </p:sp>
      <p:sp>
        <p:nvSpPr>
          <p:cNvPr id="3" name="Text Placeholder 2">
            <a:extLst>
              <a:ext uri="{FF2B5EF4-FFF2-40B4-BE49-F238E27FC236}">
                <a16:creationId xmlns:a16="http://schemas.microsoft.com/office/drawing/2014/main" id="{09053BF8-D7CC-DB91-582F-E404F742399B}"/>
              </a:ext>
            </a:extLst>
          </p:cNvPr>
          <p:cNvSpPr>
            <a:spLocks noGrp="1"/>
          </p:cNvSpPr>
          <p:nvPr>
            <p:ph type="body" sz="quarter" idx="13"/>
          </p:nvPr>
        </p:nvSpPr>
        <p:spPr/>
        <p:txBody>
          <a:bodyPr/>
          <a:lstStyle/>
          <a:p>
            <a:r>
              <a:rPr lang="en-US"/>
              <a:t>Documentation and several usage examples available today</a:t>
            </a:r>
          </a:p>
        </p:txBody>
      </p:sp>
      <p:sp>
        <p:nvSpPr>
          <p:cNvPr id="4" name="Content Placeholder 3">
            <a:extLst>
              <a:ext uri="{FF2B5EF4-FFF2-40B4-BE49-F238E27FC236}">
                <a16:creationId xmlns:a16="http://schemas.microsoft.com/office/drawing/2014/main" id="{B0AA335F-95DE-3154-4285-752184F2480F}"/>
              </a:ext>
            </a:extLst>
          </p:cNvPr>
          <p:cNvSpPr>
            <a:spLocks noGrp="1"/>
          </p:cNvSpPr>
          <p:nvPr>
            <p:ph idx="1"/>
          </p:nvPr>
        </p:nvSpPr>
        <p:spPr>
          <a:xfrm>
            <a:off x="479425" y="1554490"/>
            <a:ext cx="7920891" cy="1888896"/>
          </a:xfrm>
        </p:spPr>
        <p:txBody>
          <a:bodyPr/>
          <a:lstStyle/>
          <a:p>
            <a:pPr>
              <a:spcBef>
                <a:spcPts val="300"/>
              </a:spcBef>
            </a:pPr>
            <a:r>
              <a:rPr lang="en-US" sz="1800"/>
              <a:t>Usage Steps with current tool flow:</a:t>
            </a:r>
          </a:p>
          <a:p>
            <a:pPr marL="687388" lvl="1" indent="-273050">
              <a:spcBef>
                <a:spcPts val="300"/>
              </a:spcBef>
              <a:buFont typeface="+mj-lt"/>
              <a:buAutoNum type="arabicPeriod"/>
            </a:pPr>
            <a:r>
              <a:rPr lang="en-US" sz="1600"/>
              <a:t>Describe the graph using Python</a:t>
            </a:r>
          </a:p>
          <a:p>
            <a:pPr marL="854075" lvl="2">
              <a:spcBef>
                <a:spcPts val="300"/>
              </a:spcBef>
              <a:buFont typeface="Arial" panose="020B0604020202020204" pitchFamily="34" charset="0"/>
              <a:buChar char="•"/>
            </a:pPr>
            <a:r>
              <a:rPr lang="en-US" sz="1400"/>
              <a:t>Consider: No. of I/O of each node, data types, number of I/O samples produced/consumed</a:t>
            </a:r>
          </a:p>
          <a:p>
            <a:pPr marL="687388" lvl="1" indent="-273050">
              <a:spcBef>
                <a:spcPts val="300"/>
              </a:spcBef>
              <a:buFont typeface="+mj-lt"/>
              <a:buAutoNum type="arabicPeriod"/>
            </a:pPr>
            <a:r>
              <a:rPr lang="en-US" sz="1600"/>
              <a:t>Compute the optimized static scheduling from the graph (using Python)</a:t>
            </a:r>
          </a:p>
          <a:p>
            <a:pPr marL="687388" lvl="1" indent="-273050">
              <a:spcBef>
                <a:spcPts val="300"/>
              </a:spcBef>
              <a:buFont typeface="+mj-lt"/>
              <a:buAutoNum type="arabicPeriod"/>
            </a:pPr>
            <a:r>
              <a:rPr lang="en-US" sz="1600"/>
              <a:t>Generate the C++ scheduler</a:t>
            </a:r>
          </a:p>
          <a:p>
            <a:pPr marL="687388" lvl="1" indent="-273050">
              <a:spcBef>
                <a:spcPts val="300"/>
              </a:spcBef>
              <a:buFont typeface="+mj-lt"/>
              <a:buAutoNum type="arabicPeriod"/>
            </a:pPr>
            <a:r>
              <a:rPr lang="en-US" sz="1600"/>
              <a:t>Create C++ wrapper for the algorithm nodes (if they are not already available)</a:t>
            </a:r>
          </a:p>
          <a:p>
            <a:pPr lvl="1"/>
            <a:endParaRPr lang="en-US"/>
          </a:p>
        </p:txBody>
      </p:sp>
      <p:pic>
        <p:nvPicPr>
          <p:cNvPr id="6" name="Picture 5">
            <a:extLst>
              <a:ext uri="{FF2B5EF4-FFF2-40B4-BE49-F238E27FC236}">
                <a16:creationId xmlns:a16="http://schemas.microsoft.com/office/drawing/2014/main" id="{79EAD8E9-99C0-FEC8-9FA9-BBFD6B650341}"/>
              </a:ext>
            </a:extLst>
          </p:cNvPr>
          <p:cNvPicPr>
            <a:picLocks noChangeAspect="1"/>
          </p:cNvPicPr>
          <p:nvPr/>
        </p:nvPicPr>
        <p:blipFill>
          <a:blip r:embed="rId4"/>
          <a:stretch>
            <a:fillRect/>
          </a:stretch>
        </p:blipFill>
        <p:spPr>
          <a:xfrm>
            <a:off x="8809301" y="973846"/>
            <a:ext cx="3199570" cy="5243244"/>
          </a:xfrm>
          <a:prstGeom prst="rect">
            <a:avLst/>
          </a:prstGeom>
          <a:effectLst>
            <a:glow rad="63500">
              <a:schemeClr val="accent2">
                <a:satMod val="175000"/>
                <a:alpha val="40000"/>
              </a:schemeClr>
            </a:glow>
          </a:effectLst>
        </p:spPr>
      </p:pic>
      <p:cxnSp>
        <p:nvCxnSpPr>
          <p:cNvPr id="8" name="Straight Connector 7">
            <a:extLst>
              <a:ext uri="{FF2B5EF4-FFF2-40B4-BE49-F238E27FC236}">
                <a16:creationId xmlns:a16="http://schemas.microsoft.com/office/drawing/2014/main" id="{F18289E2-6C0B-C9DC-63E2-894CF6EE6717}"/>
              </a:ext>
            </a:extLst>
          </p:cNvPr>
          <p:cNvCxnSpPr>
            <a:cxnSpLocks/>
          </p:cNvCxnSpPr>
          <p:nvPr/>
        </p:nvCxnSpPr>
        <p:spPr>
          <a:xfrm flipV="1">
            <a:off x="5487718" y="4218450"/>
            <a:ext cx="589418" cy="1"/>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sp>
        <p:nvSpPr>
          <p:cNvPr id="9" name="Content Placeholder 3">
            <a:extLst>
              <a:ext uri="{FF2B5EF4-FFF2-40B4-BE49-F238E27FC236}">
                <a16:creationId xmlns:a16="http://schemas.microsoft.com/office/drawing/2014/main" id="{3D52C7F6-A741-78A0-609E-D5A3562D1A25}"/>
              </a:ext>
            </a:extLst>
          </p:cNvPr>
          <p:cNvSpPr txBox="1">
            <a:spLocks/>
          </p:cNvSpPr>
          <p:nvPr/>
        </p:nvSpPr>
        <p:spPr bwMode="auto">
          <a:xfrm>
            <a:off x="1155856" y="3771717"/>
            <a:ext cx="1797769" cy="991507"/>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Signal conditioning</a:t>
            </a:r>
          </a:p>
          <a:p>
            <a:pPr>
              <a:lnSpc>
                <a:spcPct val="100000"/>
              </a:lnSpc>
              <a:spcAft>
                <a:spcPts val="0"/>
              </a:spcAft>
            </a:pPr>
            <a:r>
              <a:rPr lang="en-US" sz="1600">
                <a:solidFill>
                  <a:schemeClr val="tx2"/>
                </a:solidFill>
              </a:rPr>
              <a:t>Filters</a:t>
            </a:r>
          </a:p>
          <a:p>
            <a:pPr>
              <a:lnSpc>
                <a:spcPct val="100000"/>
              </a:lnSpc>
              <a:spcAft>
                <a:spcPts val="0"/>
              </a:spcAft>
            </a:pPr>
            <a:r>
              <a:rPr lang="en-US" sz="1600">
                <a:solidFill>
                  <a:schemeClr val="tx2"/>
                </a:solidFill>
              </a:rPr>
              <a:t>Echo, noise canceller</a:t>
            </a:r>
          </a:p>
          <a:p>
            <a:pPr>
              <a:lnSpc>
                <a:spcPct val="100000"/>
              </a:lnSpc>
              <a:spcAft>
                <a:spcPts val="0"/>
              </a:spcAft>
            </a:pPr>
            <a:r>
              <a:rPr lang="en-US" sz="1600">
                <a:solidFill>
                  <a:schemeClr val="tx2"/>
                </a:solidFill>
              </a:rPr>
              <a:t>White balance</a:t>
            </a:r>
          </a:p>
        </p:txBody>
      </p:sp>
      <p:sp>
        <p:nvSpPr>
          <p:cNvPr id="10" name="Content Placeholder 3">
            <a:extLst>
              <a:ext uri="{FF2B5EF4-FFF2-40B4-BE49-F238E27FC236}">
                <a16:creationId xmlns:a16="http://schemas.microsoft.com/office/drawing/2014/main" id="{BA57D39C-D722-111B-D92F-4B1F8E333E2E}"/>
              </a:ext>
            </a:extLst>
          </p:cNvPr>
          <p:cNvSpPr txBox="1">
            <a:spLocks/>
          </p:cNvSpPr>
          <p:nvPr/>
        </p:nvSpPr>
        <p:spPr bwMode="auto">
          <a:xfrm>
            <a:off x="3763102" y="3754522"/>
            <a:ext cx="1655509" cy="1025898"/>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lnSpc>
                <a:spcPct val="100000"/>
              </a:lnSpc>
              <a:spcAft>
                <a:spcPts val="0"/>
              </a:spcAft>
            </a:pPr>
            <a:r>
              <a:rPr lang="en-US" sz="1600" b="1">
                <a:solidFill>
                  <a:schemeClr val="tx2"/>
                </a:solidFill>
              </a:rPr>
              <a:t>Feature extraction</a:t>
            </a:r>
          </a:p>
          <a:p>
            <a:pPr>
              <a:lnSpc>
                <a:spcPct val="100000"/>
              </a:lnSpc>
              <a:spcAft>
                <a:spcPts val="0"/>
              </a:spcAft>
            </a:pPr>
            <a:r>
              <a:rPr lang="en-US" sz="1600">
                <a:solidFill>
                  <a:schemeClr val="tx2"/>
                </a:solidFill>
              </a:rPr>
              <a:t>Spectral data</a:t>
            </a:r>
          </a:p>
          <a:p>
            <a:pPr>
              <a:lnSpc>
                <a:spcPct val="100000"/>
              </a:lnSpc>
              <a:spcAft>
                <a:spcPts val="0"/>
              </a:spcAft>
            </a:pPr>
            <a:r>
              <a:rPr lang="en-US" sz="1600">
                <a:solidFill>
                  <a:schemeClr val="tx2"/>
                </a:solidFill>
              </a:rPr>
              <a:t>MFCC (audio)</a:t>
            </a:r>
          </a:p>
          <a:p>
            <a:pPr>
              <a:lnSpc>
                <a:spcPct val="100000"/>
              </a:lnSpc>
              <a:spcAft>
                <a:spcPts val="0"/>
              </a:spcAft>
            </a:pPr>
            <a:r>
              <a:rPr lang="en-US" sz="1600">
                <a:solidFill>
                  <a:schemeClr val="tx2"/>
                </a:solidFill>
              </a:rPr>
              <a:t>Convolution (pixel)</a:t>
            </a:r>
          </a:p>
        </p:txBody>
      </p:sp>
      <p:sp>
        <p:nvSpPr>
          <p:cNvPr id="11" name="Content Placeholder 3">
            <a:extLst>
              <a:ext uri="{FF2B5EF4-FFF2-40B4-BE49-F238E27FC236}">
                <a16:creationId xmlns:a16="http://schemas.microsoft.com/office/drawing/2014/main" id="{F693053D-8950-6687-FCB1-43188291964C}"/>
              </a:ext>
            </a:extLst>
          </p:cNvPr>
          <p:cNvSpPr txBox="1">
            <a:spLocks/>
          </p:cNvSpPr>
          <p:nvPr/>
        </p:nvSpPr>
        <p:spPr bwMode="auto">
          <a:xfrm>
            <a:off x="6246167" y="3794267"/>
            <a:ext cx="2057144" cy="1037984"/>
          </a:xfrm>
          <a:prstGeom prst="rect">
            <a:avLst/>
          </a:prstGeom>
          <a:effectLst/>
        </p:spPr>
        <p:txBody>
          <a:bodyPr vert="horz" wrap="square" lIns="0" tIns="0" rIns="0" bIns="0" numCol="1" rtlCol="0" anchor="t" anchorCtr="0" compatLnSpc="1">
            <a:prstTxWarp prst="textNoShape">
              <a:avLst/>
            </a:prstTxWarp>
            <a:noAutofit/>
          </a:bodyPr>
          <a:lstStyle>
            <a:lvl1pPr marL="0" indent="0" algn="l" rtl="0" eaLnBrk="1" fontAlgn="base" hangingPunct="1">
              <a:lnSpc>
                <a:spcPct val="90000"/>
              </a:lnSpc>
              <a:spcBef>
                <a:spcPct val="0"/>
              </a:spcBef>
              <a:spcAft>
                <a:spcPts val="1600"/>
              </a:spcAft>
              <a:buFont typeface="Calibri" charset="0"/>
              <a:buNone/>
              <a:defRPr sz="2400" kern="1200">
                <a:solidFill>
                  <a:srgbClr val="7B7F9C"/>
                </a:solidFill>
                <a:effectLst/>
                <a:latin typeface="+mn-lt"/>
                <a:ea typeface="ＭＳ Ｐゴシック" charset="0"/>
                <a:cs typeface="ＭＳ Ｐゴシック" charset="0"/>
              </a:defRPr>
            </a:lvl1pPr>
            <a:lvl2pPr marL="398463" indent="-166688" algn="l" rtl="0" eaLnBrk="1" fontAlgn="base" hangingPunct="1">
              <a:lnSpc>
                <a:spcPct val="90000"/>
              </a:lnSpc>
              <a:spcBef>
                <a:spcPct val="0"/>
              </a:spcBef>
              <a:spcAft>
                <a:spcPts val="1200"/>
              </a:spcAft>
              <a:buClr>
                <a:schemeClr val="accent1"/>
              </a:buClr>
              <a:buSzPct val="80000"/>
              <a:buFont typeface="Arial" charset="0"/>
              <a:buChar char="•"/>
              <a:defRPr sz="1400" kern="1200">
                <a:solidFill>
                  <a:srgbClr val="7B7F9C"/>
                </a:solidFill>
                <a:effectLst/>
                <a:latin typeface="+mn-lt"/>
                <a:ea typeface="ＭＳ Ｐゴシック" charset="0"/>
                <a:cs typeface="+mn-cs"/>
              </a:defRPr>
            </a:lvl2pPr>
            <a:lvl3pPr marL="855663" indent="-166688" algn="l" rtl="0" eaLnBrk="1" fontAlgn="base" hangingPunct="1">
              <a:lnSpc>
                <a:spcPct val="90000"/>
              </a:lnSpc>
              <a:spcBef>
                <a:spcPct val="0"/>
              </a:spcBef>
              <a:spcAft>
                <a:spcPts val="12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3pPr>
            <a:lvl4pPr marL="1201738" indent="-173038" algn="l" rtl="0" eaLnBrk="1" fontAlgn="base" hangingPunct="1">
              <a:lnSpc>
                <a:spcPct val="90000"/>
              </a:lnSpc>
              <a:spcBef>
                <a:spcPct val="0"/>
              </a:spcBef>
              <a:spcAft>
                <a:spcPts val="800"/>
              </a:spcAft>
              <a:buClr>
                <a:schemeClr val="accent1"/>
              </a:buClr>
              <a:buSzPct val="80000"/>
              <a:buFont typeface="Wingdings" charset="2"/>
              <a:buChar char="§"/>
              <a:defRPr sz="1400" kern="1200">
                <a:solidFill>
                  <a:srgbClr val="7B7F9C"/>
                </a:solidFill>
                <a:effectLst/>
                <a:latin typeface="+mn-lt"/>
                <a:ea typeface="ＭＳ Ｐゴシック" charset="0"/>
                <a:cs typeface="+mn-cs"/>
              </a:defRPr>
            </a:lvl4pPr>
            <a:lvl5pPr marL="1427163" indent="-168275" algn="l" rtl="0" eaLnBrk="1" fontAlgn="base" hangingPunct="1">
              <a:lnSpc>
                <a:spcPct val="90000"/>
              </a:lnSpc>
              <a:spcBef>
                <a:spcPct val="0"/>
              </a:spcBef>
              <a:spcAft>
                <a:spcPts val="800"/>
              </a:spcAft>
              <a:buClr>
                <a:schemeClr val="accent1"/>
              </a:buClr>
              <a:buSzPct val="80000"/>
              <a:buFont typeface="Calibri" charset="0"/>
              <a:buChar char="–"/>
              <a:defRPr sz="1400" kern="1200">
                <a:solidFill>
                  <a:srgbClr val="7B7F9C"/>
                </a:solidFill>
                <a:effectLst/>
                <a:latin typeface="+mn-lt"/>
                <a:ea typeface="ＭＳ Ｐゴシック" charset="0"/>
                <a:cs typeface="+mn-cs"/>
              </a:defRPr>
            </a:lvl5pPr>
            <a:lvl6pPr marL="16550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6pPr>
            <a:lvl7pPr marL="18836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7pPr>
            <a:lvl8pPr marL="2112264" indent="-164592" algn="l" defTabSz="914400" rtl="0" eaLnBrk="1" latinLnBrk="0" hangingPunct="1">
              <a:lnSpc>
                <a:spcPct val="90000"/>
              </a:lnSpc>
              <a:spcBef>
                <a:spcPts val="0"/>
              </a:spcBef>
              <a:spcAft>
                <a:spcPts val="800"/>
              </a:spcAft>
              <a:buClr>
                <a:schemeClr val="accent1"/>
              </a:buClr>
              <a:buSzPct val="80000"/>
              <a:buFont typeface="Wingdings" panose="05000000000000000000" pitchFamily="2" charset="2"/>
              <a:buChar char="§"/>
              <a:defRPr lang="en-US" sz="1800" kern="1200">
                <a:solidFill>
                  <a:schemeClr val="tx2"/>
                </a:solidFill>
                <a:latin typeface="+mn-lt"/>
                <a:ea typeface="+mn-ea"/>
                <a:cs typeface="+mn-cs"/>
              </a:defRPr>
            </a:lvl8pPr>
            <a:lvl9pPr marL="2340864" indent="-164592" algn="l" defTabSz="914400" rtl="0" eaLnBrk="1" latinLnBrk="0" hangingPunct="1">
              <a:lnSpc>
                <a:spcPct val="90000"/>
              </a:lnSpc>
              <a:spcBef>
                <a:spcPts val="0"/>
              </a:spcBef>
              <a:spcAft>
                <a:spcPts val="800"/>
              </a:spcAft>
              <a:buClr>
                <a:schemeClr val="accent1"/>
              </a:buClr>
              <a:buSzPct val="80000"/>
              <a:buFont typeface="Calibri" panose="020F0502020204030204" pitchFamily="34" charset="0"/>
              <a:buChar char="–"/>
              <a:defRPr lang="en-US" sz="1800" kern="1200">
                <a:solidFill>
                  <a:schemeClr val="tx2"/>
                </a:solidFill>
                <a:latin typeface="+mn-lt"/>
                <a:ea typeface="+mn-ea"/>
                <a:cs typeface="+mn-cs"/>
              </a:defRPr>
            </a:lvl9pPr>
          </a:lstStyle>
          <a:p>
            <a:pPr>
              <a:spcAft>
                <a:spcPts val="600"/>
              </a:spcAft>
            </a:pPr>
            <a:r>
              <a:rPr lang="en-US" sz="1600" b="1">
                <a:solidFill>
                  <a:schemeClr val="tx2"/>
                </a:solidFill>
              </a:rPr>
              <a:t>Classifier</a:t>
            </a:r>
          </a:p>
          <a:p>
            <a:pPr>
              <a:spcAft>
                <a:spcPts val="600"/>
              </a:spcAft>
            </a:pPr>
            <a:r>
              <a:rPr lang="en-US" sz="1600">
                <a:solidFill>
                  <a:schemeClr val="tx2"/>
                </a:solidFill>
              </a:rPr>
              <a:t>Classical ML</a:t>
            </a:r>
            <a:br>
              <a:rPr lang="en-US" sz="1600">
                <a:solidFill>
                  <a:schemeClr val="tx2"/>
                </a:solidFill>
              </a:rPr>
            </a:br>
            <a:r>
              <a:rPr lang="en-US" sz="1600">
                <a:solidFill>
                  <a:schemeClr val="tx2"/>
                </a:solidFill>
              </a:rPr>
              <a:t>Deep learning (NN)</a:t>
            </a:r>
          </a:p>
        </p:txBody>
      </p:sp>
      <p:grpSp>
        <p:nvGrpSpPr>
          <p:cNvPr id="12" name="Group 11">
            <a:extLst>
              <a:ext uri="{FF2B5EF4-FFF2-40B4-BE49-F238E27FC236}">
                <a16:creationId xmlns:a16="http://schemas.microsoft.com/office/drawing/2014/main" id="{49F516C4-E6F7-F722-A287-4039F5FCE00E}"/>
              </a:ext>
            </a:extLst>
          </p:cNvPr>
          <p:cNvGrpSpPr/>
          <p:nvPr/>
        </p:nvGrpSpPr>
        <p:grpSpPr>
          <a:xfrm>
            <a:off x="931290" y="3604330"/>
            <a:ext cx="2079242" cy="1227921"/>
            <a:chOff x="2775118" y="3738777"/>
            <a:chExt cx="1831547" cy="1424033"/>
          </a:xfrm>
        </p:grpSpPr>
        <p:sp>
          <p:nvSpPr>
            <p:cNvPr id="25" name="Freeform 7">
              <a:extLst>
                <a:ext uri="{FF2B5EF4-FFF2-40B4-BE49-F238E27FC236}">
                  <a16:creationId xmlns:a16="http://schemas.microsoft.com/office/drawing/2014/main" id="{64A148EA-C49C-EA56-2201-8A38C285080C}"/>
                </a:ext>
              </a:extLst>
            </p:cNvPr>
            <p:cNvSpPr/>
            <p:nvPr/>
          </p:nvSpPr>
          <p:spPr>
            <a:xfrm>
              <a:off x="2830671" y="3795105"/>
              <a:ext cx="1775994"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4"/>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6" name="Graphic 25">
              <a:extLst>
                <a:ext uri="{FF2B5EF4-FFF2-40B4-BE49-F238E27FC236}">
                  <a16:creationId xmlns:a16="http://schemas.microsoft.com/office/drawing/2014/main" id="{A24B315B-67FB-13F8-3E20-C969C12D697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2775118" y="3738777"/>
              <a:ext cx="111105" cy="111105"/>
            </a:xfrm>
            <a:prstGeom prst="rect">
              <a:avLst/>
            </a:prstGeom>
          </p:spPr>
        </p:pic>
      </p:grpSp>
      <p:grpSp>
        <p:nvGrpSpPr>
          <p:cNvPr id="13" name="Group 12">
            <a:extLst>
              <a:ext uri="{FF2B5EF4-FFF2-40B4-BE49-F238E27FC236}">
                <a16:creationId xmlns:a16="http://schemas.microsoft.com/office/drawing/2014/main" id="{1E1EF496-14DB-CD24-36EB-C60EF9AF5EC2}"/>
              </a:ext>
            </a:extLst>
          </p:cNvPr>
          <p:cNvGrpSpPr/>
          <p:nvPr/>
        </p:nvGrpSpPr>
        <p:grpSpPr>
          <a:xfrm>
            <a:off x="6034480" y="3604330"/>
            <a:ext cx="1854726" cy="1227922"/>
            <a:chOff x="7823289" y="3738776"/>
            <a:chExt cx="2167876" cy="1424033"/>
          </a:xfrm>
        </p:grpSpPr>
        <p:sp>
          <p:nvSpPr>
            <p:cNvPr id="23" name="Freeform 11">
              <a:extLst>
                <a:ext uri="{FF2B5EF4-FFF2-40B4-BE49-F238E27FC236}">
                  <a16:creationId xmlns:a16="http://schemas.microsoft.com/office/drawing/2014/main" id="{636FDA2C-8CE7-CF63-4E3F-621F8157C0CC}"/>
                </a:ext>
              </a:extLst>
            </p:cNvPr>
            <p:cNvSpPr/>
            <p:nvPr/>
          </p:nvSpPr>
          <p:spPr>
            <a:xfrm>
              <a:off x="7874303" y="3795105"/>
              <a:ext cx="2116862" cy="1367704"/>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chemeClr val="accent5"/>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24" name="Graphic 23">
              <a:extLst>
                <a:ext uri="{FF2B5EF4-FFF2-40B4-BE49-F238E27FC236}">
                  <a16:creationId xmlns:a16="http://schemas.microsoft.com/office/drawing/2014/main" id="{A9E1BA50-8920-AD4F-072E-1994F8EC1A6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6"/>
                </a:ext>
              </a:extLst>
            </a:blip>
            <a:stretch>
              <a:fillRect/>
            </a:stretch>
          </p:blipFill>
          <p:spPr>
            <a:xfrm>
              <a:off x="7823289" y="3738776"/>
              <a:ext cx="111105" cy="111105"/>
            </a:xfrm>
            <a:prstGeom prst="rect">
              <a:avLst/>
            </a:prstGeom>
          </p:spPr>
        </p:pic>
      </p:grpSp>
      <p:sp>
        <p:nvSpPr>
          <p:cNvPr id="14" name="Right Arrow 22">
            <a:extLst>
              <a:ext uri="{FF2B5EF4-FFF2-40B4-BE49-F238E27FC236}">
                <a16:creationId xmlns:a16="http://schemas.microsoft.com/office/drawing/2014/main" id="{C978E200-4CCA-B67A-F271-2C40BF31C0A6}"/>
              </a:ext>
            </a:extLst>
          </p:cNvPr>
          <p:cNvSpPr/>
          <p:nvPr/>
        </p:nvSpPr>
        <p:spPr>
          <a:xfrm>
            <a:off x="457357" y="3979733"/>
            <a:ext cx="53380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In</a:t>
            </a:r>
          </a:p>
        </p:txBody>
      </p:sp>
      <p:sp>
        <p:nvSpPr>
          <p:cNvPr id="15" name="Right Arrow 23">
            <a:extLst>
              <a:ext uri="{FF2B5EF4-FFF2-40B4-BE49-F238E27FC236}">
                <a16:creationId xmlns:a16="http://schemas.microsoft.com/office/drawing/2014/main" id="{3C1629C8-2966-C605-8996-B9F59599BFB9}"/>
              </a:ext>
            </a:extLst>
          </p:cNvPr>
          <p:cNvSpPr/>
          <p:nvPr/>
        </p:nvSpPr>
        <p:spPr>
          <a:xfrm>
            <a:off x="7889205" y="4018399"/>
            <a:ext cx="511111" cy="477433"/>
          </a:xfrm>
          <a:prstGeom prs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t>Out</a:t>
            </a:r>
          </a:p>
        </p:txBody>
      </p:sp>
      <p:grpSp>
        <p:nvGrpSpPr>
          <p:cNvPr id="16" name="Group 15">
            <a:extLst>
              <a:ext uri="{FF2B5EF4-FFF2-40B4-BE49-F238E27FC236}">
                <a16:creationId xmlns:a16="http://schemas.microsoft.com/office/drawing/2014/main" id="{89208AE2-345F-65AE-61C0-9336D2C64F7F}"/>
              </a:ext>
            </a:extLst>
          </p:cNvPr>
          <p:cNvGrpSpPr/>
          <p:nvPr/>
        </p:nvGrpSpPr>
        <p:grpSpPr>
          <a:xfrm>
            <a:off x="3032645" y="4119689"/>
            <a:ext cx="578193" cy="275018"/>
            <a:chOff x="3726396" y="5695672"/>
            <a:chExt cx="1571726" cy="138979"/>
          </a:xfrm>
        </p:grpSpPr>
        <p:cxnSp>
          <p:nvCxnSpPr>
            <p:cNvPr id="20" name="Straight Connector 19">
              <a:extLst>
                <a:ext uri="{FF2B5EF4-FFF2-40B4-BE49-F238E27FC236}">
                  <a16:creationId xmlns:a16="http://schemas.microsoft.com/office/drawing/2014/main" id="{AF25D424-58CC-BDC6-0879-1CACC3ED7F80}"/>
                </a:ext>
              </a:extLst>
            </p:cNvPr>
            <p:cNvCxnSpPr>
              <a:cxnSpLocks/>
            </p:cNvCxnSpPr>
            <p:nvPr/>
          </p:nvCxnSpPr>
          <p:spPr>
            <a:xfrm>
              <a:off x="3726396" y="5765120"/>
              <a:ext cx="1571255"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BC28E212-C834-380A-ACDB-7B57816AA9E3}"/>
                </a:ext>
              </a:extLst>
            </p:cNvPr>
            <p:cNvCxnSpPr>
              <a:cxnSpLocks/>
            </p:cNvCxnSpPr>
            <p:nvPr/>
          </p:nvCxnSpPr>
          <p:spPr>
            <a:xfrm>
              <a:off x="3726396" y="5695672"/>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FFB2BA50-26EA-B01B-320E-FD09F845D3FE}"/>
                </a:ext>
              </a:extLst>
            </p:cNvPr>
            <p:cNvCxnSpPr>
              <a:cxnSpLocks/>
            </p:cNvCxnSpPr>
            <p:nvPr/>
          </p:nvCxnSpPr>
          <p:spPr>
            <a:xfrm>
              <a:off x="3726396" y="5834651"/>
              <a:ext cx="1571726" cy="0"/>
            </a:xfrm>
            <a:prstGeom prst="line">
              <a:avLst/>
            </a:prstGeom>
            <a:ln w="19050">
              <a:solidFill>
                <a:srgbClr val="00C1DE"/>
              </a:solidFill>
            </a:ln>
          </p:spPr>
          <p:style>
            <a:lnRef idx="1">
              <a:schemeClr val="accent1"/>
            </a:lnRef>
            <a:fillRef idx="0">
              <a:schemeClr val="accent1"/>
            </a:fillRef>
            <a:effectRef idx="0">
              <a:schemeClr val="accent1"/>
            </a:effectRef>
            <a:fontRef idx="minor">
              <a:schemeClr val="tx1"/>
            </a:fontRef>
          </p:style>
        </p:cxnSp>
      </p:grpSp>
      <p:grpSp>
        <p:nvGrpSpPr>
          <p:cNvPr id="17" name="Group 16">
            <a:extLst>
              <a:ext uri="{FF2B5EF4-FFF2-40B4-BE49-F238E27FC236}">
                <a16:creationId xmlns:a16="http://schemas.microsoft.com/office/drawing/2014/main" id="{765170E0-B20C-3258-54E6-2AC578B2E620}"/>
              </a:ext>
            </a:extLst>
          </p:cNvPr>
          <p:cNvGrpSpPr/>
          <p:nvPr/>
        </p:nvGrpSpPr>
        <p:grpSpPr>
          <a:xfrm>
            <a:off x="3562988" y="3619151"/>
            <a:ext cx="1913738" cy="1213101"/>
            <a:chOff x="5298122" y="3755964"/>
            <a:chExt cx="1884724" cy="1406845"/>
          </a:xfrm>
        </p:grpSpPr>
        <p:sp>
          <p:nvSpPr>
            <p:cNvPr id="18" name="Freeform 9">
              <a:extLst>
                <a:ext uri="{FF2B5EF4-FFF2-40B4-BE49-F238E27FC236}">
                  <a16:creationId xmlns:a16="http://schemas.microsoft.com/office/drawing/2014/main" id="{F1EC4E7B-2ED2-3A7C-2C15-6B34F3C54048}"/>
                </a:ext>
              </a:extLst>
            </p:cNvPr>
            <p:cNvSpPr/>
            <p:nvPr/>
          </p:nvSpPr>
          <p:spPr>
            <a:xfrm>
              <a:off x="5358478" y="3795104"/>
              <a:ext cx="1824368" cy="1367705"/>
            </a:xfrm>
            <a:custGeom>
              <a:avLst/>
              <a:gdLst>
                <a:gd name="connsiteX0" fmla="*/ 1783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783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7527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68348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20259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0 w 1430409"/>
                <a:gd name="connsiteY4" fmla="*/ 142700 h 717102"/>
                <a:gd name="connsiteX0" fmla="*/ 127526 w 1430409"/>
                <a:gd name="connsiteY0" fmla="*/ 0 h 717102"/>
                <a:gd name="connsiteX1" fmla="*/ 1430409 w 1430409"/>
                <a:gd name="connsiteY1" fmla="*/ 0 h 717102"/>
                <a:gd name="connsiteX2" fmla="*/ 1430409 w 1430409"/>
                <a:gd name="connsiteY2" fmla="*/ 717102 h 717102"/>
                <a:gd name="connsiteX3" fmla="*/ 0 w 1430409"/>
                <a:gd name="connsiteY3" fmla="*/ 717102 h 717102"/>
                <a:gd name="connsiteX4" fmla="*/ 3329 w 1430409"/>
                <a:gd name="connsiteY4" fmla="*/ 113541 h 7171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30409" h="717102">
                  <a:moveTo>
                    <a:pt x="127526" y="0"/>
                  </a:moveTo>
                  <a:lnTo>
                    <a:pt x="1430409" y="0"/>
                  </a:lnTo>
                  <a:lnTo>
                    <a:pt x="1430409" y="717102"/>
                  </a:lnTo>
                  <a:lnTo>
                    <a:pt x="0" y="717102"/>
                  </a:lnTo>
                  <a:cubicBezTo>
                    <a:pt x="0" y="525635"/>
                    <a:pt x="3329" y="305008"/>
                    <a:pt x="3329" y="113541"/>
                  </a:cubicBezTo>
                </a:path>
              </a:pathLst>
            </a:custGeom>
            <a:noFill/>
            <a:ln w="19050">
              <a:solidFill>
                <a:srgbClr val="95D6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2"/>
                </a:solidFill>
              </a:endParaRPr>
            </a:p>
          </p:txBody>
        </p:sp>
        <p:pic>
          <p:nvPicPr>
            <p:cNvPr id="19" name="Graphic 18">
              <a:extLst>
                <a:ext uri="{FF2B5EF4-FFF2-40B4-BE49-F238E27FC236}">
                  <a16:creationId xmlns:a16="http://schemas.microsoft.com/office/drawing/2014/main" id="{A289FF69-625A-5381-57DF-DF833D5BECC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5"/>
                </a:ext>
              </a:extLst>
            </a:blip>
            <a:stretch>
              <a:fillRect/>
            </a:stretch>
          </p:blipFill>
          <p:spPr>
            <a:xfrm>
              <a:off x="5298122" y="3755964"/>
              <a:ext cx="111105" cy="111105"/>
            </a:xfrm>
            <a:prstGeom prst="rect">
              <a:avLst/>
            </a:prstGeom>
          </p:spPr>
        </p:pic>
      </p:grpSp>
      <p:sp>
        <p:nvSpPr>
          <p:cNvPr id="27" name="Rectangle: Rounded Corners 26">
            <a:extLst>
              <a:ext uri="{FF2B5EF4-FFF2-40B4-BE49-F238E27FC236}">
                <a16:creationId xmlns:a16="http://schemas.microsoft.com/office/drawing/2014/main" id="{E2953792-334A-FB9A-0C84-350962AAA75F}"/>
              </a:ext>
            </a:extLst>
          </p:cNvPr>
          <p:cNvSpPr/>
          <p:nvPr/>
        </p:nvSpPr>
        <p:spPr>
          <a:xfrm>
            <a:off x="843584" y="3415650"/>
            <a:ext cx="2301467"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Rounded Corners 27">
            <a:extLst>
              <a:ext uri="{FF2B5EF4-FFF2-40B4-BE49-F238E27FC236}">
                <a16:creationId xmlns:a16="http://schemas.microsoft.com/office/drawing/2014/main" id="{A962F2A0-C63F-79C9-B13F-3DFC0B1F3F07}"/>
              </a:ext>
            </a:extLst>
          </p:cNvPr>
          <p:cNvSpPr/>
          <p:nvPr/>
        </p:nvSpPr>
        <p:spPr>
          <a:xfrm>
            <a:off x="3466139" y="3415651"/>
            <a:ext cx="2182114" cy="1571400"/>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Rounded Corners 28">
            <a:extLst>
              <a:ext uri="{FF2B5EF4-FFF2-40B4-BE49-F238E27FC236}">
                <a16:creationId xmlns:a16="http://schemas.microsoft.com/office/drawing/2014/main" id="{67A4225F-7650-56B9-AFB4-E50F067A9B00}"/>
              </a:ext>
            </a:extLst>
          </p:cNvPr>
          <p:cNvSpPr/>
          <p:nvPr/>
        </p:nvSpPr>
        <p:spPr>
          <a:xfrm>
            <a:off x="5876992" y="3415528"/>
            <a:ext cx="2213345" cy="1641679"/>
          </a:xfrm>
          <a:prstGeom prst="roundRect">
            <a:avLst/>
          </a:prstGeom>
          <a:solidFill>
            <a:schemeClr val="accent1">
              <a:alpha val="7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Content Placeholder 3">
            <a:extLst>
              <a:ext uri="{FF2B5EF4-FFF2-40B4-BE49-F238E27FC236}">
                <a16:creationId xmlns:a16="http://schemas.microsoft.com/office/drawing/2014/main" id="{2C429E3A-A838-6A53-D8B4-B95391DD5052}"/>
              </a:ext>
            </a:extLst>
          </p:cNvPr>
          <p:cNvSpPr txBox="1">
            <a:spLocks/>
          </p:cNvSpPr>
          <p:nvPr/>
        </p:nvSpPr>
        <p:spPr>
          <a:xfrm>
            <a:off x="535714" y="5131489"/>
            <a:ext cx="7920891" cy="73538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7"/>
                    </a:ext>
                  </a:extLst>
                </a:blip>
              </a:buBlip>
              <a:defRPr sz="2400" kern="1200">
                <a:solidFill>
                  <a:schemeClr val="tx2"/>
                </a:solidFill>
                <a:latin typeface="+mn-lt"/>
                <a:ea typeface="ＭＳ Ｐゴシック" charset="0"/>
                <a:cs typeface="ＭＳ Ｐゴシック" charset="0"/>
              </a:defRPr>
            </a:lvl1pPr>
            <a:lvl2pPr marL="58134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85566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3pPr>
            <a:lvl4pPr marL="1201738" indent="-173038" algn="l" rtl="0" eaLnBrk="1" fontAlgn="base" hangingPunct="1">
              <a:lnSpc>
                <a:spcPct val="100000"/>
              </a:lnSpc>
              <a:spcBef>
                <a:spcPts val="0"/>
              </a:spcBef>
              <a:spcAft>
                <a:spcPts val="0"/>
              </a:spcAft>
              <a:buClr>
                <a:schemeClr val="accent1"/>
              </a:buClr>
              <a:buSzPct val="80000"/>
              <a:buFont typeface="Wingdings" charset="2"/>
              <a:buChar char="§"/>
              <a:defRPr kern="1200">
                <a:solidFill>
                  <a:schemeClr val="tx2"/>
                </a:solidFill>
                <a:latin typeface="+mn-lt"/>
                <a:ea typeface="ＭＳ Ｐゴシック" charset="0"/>
                <a:cs typeface="+mn-cs"/>
              </a:defRPr>
            </a:lvl4pPr>
            <a:lvl5pPr marL="142716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8"/>
                    </a:ext>
                  </a:extLst>
                </a:blip>
              </a:buBlip>
              <a:defRPr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dirty="0" smtClean="0">
                <a:solidFill>
                  <a:srgbClr val="383838"/>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dirty="0" smtClean="0">
                <a:solidFill>
                  <a:srgbClr val="383838"/>
                </a:solidFill>
                <a:latin typeface="+mn-lt"/>
                <a:ea typeface="+mn-ea"/>
                <a:cs typeface="+mn-cs"/>
              </a:defRPr>
            </a:lvl9pPr>
          </a:lstStyle>
          <a:p>
            <a:pPr>
              <a:spcBef>
                <a:spcPts val="300"/>
              </a:spcBef>
            </a:pPr>
            <a:r>
              <a:rPr lang="en-US" sz="1800">
                <a:latin typeface="+mn-lt"/>
                <a:ea typeface="+mn-ea"/>
              </a:rPr>
              <a:t>The smarter the features, the lower the complexity of the classifier.</a:t>
            </a:r>
          </a:p>
          <a:p>
            <a:pPr marL="700088" lvl="1" indent="-285750">
              <a:spcBef>
                <a:spcPts val="300"/>
              </a:spcBef>
            </a:pPr>
            <a:r>
              <a:rPr lang="en-US" sz="1600">
                <a:latin typeface="+mn-lt"/>
                <a:ea typeface="+mn-ea"/>
              </a:rPr>
              <a:t>More “DSP” pre-processing helps lowering the system complexity</a:t>
            </a:r>
          </a:p>
        </p:txBody>
      </p:sp>
      <p:sp>
        <p:nvSpPr>
          <p:cNvPr id="32" name="Rectangle 31">
            <a:extLst>
              <a:ext uri="{FF2B5EF4-FFF2-40B4-BE49-F238E27FC236}">
                <a16:creationId xmlns:a16="http://schemas.microsoft.com/office/drawing/2014/main" id="{D827463B-04FA-47E3-4880-B0128852D562}"/>
              </a:ext>
            </a:extLst>
          </p:cNvPr>
          <p:cNvSpPr/>
          <p:nvPr/>
        </p:nvSpPr>
        <p:spPr>
          <a:xfrm>
            <a:off x="479425" y="5807793"/>
            <a:ext cx="7920891" cy="369621"/>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a:t>We propose to form a working group with eco-system partners</a:t>
            </a:r>
          </a:p>
        </p:txBody>
      </p:sp>
      <p:sp>
        <p:nvSpPr>
          <p:cNvPr id="5" name="TextBox 4">
            <a:extLst>
              <a:ext uri="{FF2B5EF4-FFF2-40B4-BE49-F238E27FC236}">
                <a16:creationId xmlns:a16="http://schemas.microsoft.com/office/drawing/2014/main" id="{34EAA947-2749-8750-9B4F-EA9EB2A65DFE}"/>
              </a:ext>
            </a:extLst>
          </p:cNvPr>
          <p:cNvSpPr txBox="1"/>
          <p:nvPr/>
        </p:nvSpPr>
        <p:spPr>
          <a:xfrm>
            <a:off x="4124324" y="6281180"/>
            <a:ext cx="4789752"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sym typeface="Wingdings" panose="05000000000000000000" pitchFamily="2" charset="2"/>
                <a:hlinkClick r:id="rId9"/>
              </a:rPr>
              <a:t> </a:t>
            </a:r>
            <a:r>
              <a:rPr lang="en-US" sz="2100" kern="1200">
                <a:solidFill>
                  <a:schemeClr val="tx2"/>
                </a:solidFill>
                <a:latin typeface="+mn-lt"/>
                <a:ea typeface="+mn-ea"/>
                <a:cs typeface="+mn-cs"/>
                <a:hlinkClick r:id="rId9"/>
              </a:rPr>
              <a:t>Video Recording of partner meeting</a:t>
            </a:r>
            <a:endParaRPr lang="en-US" sz="2100" kern="1200">
              <a:solidFill>
                <a:schemeClr val="tx2"/>
              </a:solidFill>
              <a:latin typeface="+mn-lt"/>
              <a:ea typeface="+mn-ea"/>
              <a:cs typeface="+mn-cs"/>
            </a:endParaRPr>
          </a:p>
        </p:txBody>
      </p:sp>
    </p:spTree>
    <p:extLst>
      <p:ext uri="{BB962C8B-B14F-4D97-AF65-F5344CB8AC3E}">
        <p14:creationId xmlns:p14="http://schemas.microsoft.com/office/powerpoint/2010/main" val="10670953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 name="Arrow: Right 71">
            <a:extLst>
              <a:ext uri="{FF2B5EF4-FFF2-40B4-BE49-F238E27FC236}">
                <a16:creationId xmlns:a16="http://schemas.microsoft.com/office/drawing/2014/main" id="{B1E6D580-BEAE-DE2B-1736-C3A6A759FA3C}"/>
              </a:ext>
            </a:extLst>
          </p:cNvPr>
          <p:cNvSpPr/>
          <p:nvPr/>
        </p:nvSpPr>
        <p:spPr>
          <a:xfrm>
            <a:off x="3802964" y="4633290"/>
            <a:ext cx="5359421"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62076" y="4636304"/>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92437" y="4641209"/>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a:xfrm>
            <a:off x="479424" y="478302"/>
            <a:ext cx="11362055" cy="512830"/>
          </a:xfrm>
        </p:spPr>
        <p:txBody>
          <a:bodyPr/>
          <a:lstStyle/>
          <a:p>
            <a:r>
              <a:rPr lang="en-US"/>
              <a:t>Record real-world data with Synchronous Data Streaming (SDS)</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Simplify Development of Embedded Applications that utilize DSP or ML algorithms with Sensor/Audio Input</a:t>
            </a:r>
          </a:p>
        </p:txBody>
      </p:sp>
      <p:sp>
        <p:nvSpPr>
          <p:cNvPr id="12" name="Rectangle 11">
            <a:extLst>
              <a:ext uri="{FF2B5EF4-FFF2-40B4-BE49-F238E27FC236}">
                <a16:creationId xmlns:a16="http://schemas.microsoft.com/office/drawing/2014/main" id="{8DA0B430-5BE2-2F85-F9B6-9C6775666444}"/>
              </a:ext>
            </a:extLst>
          </p:cNvPr>
          <p:cNvSpPr/>
          <p:nvPr/>
        </p:nvSpPr>
        <p:spPr>
          <a:xfrm>
            <a:off x="497195" y="3811770"/>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13" name="Rectangle 12">
            <a:extLst>
              <a:ext uri="{FF2B5EF4-FFF2-40B4-BE49-F238E27FC236}">
                <a16:creationId xmlns:a16="http://schemas.microsoft.com/office/drawing/2014/main" id="{1A98AAAD-88E6-0C10-AEB3-48717A7579D4}"/>
              </a:ext>
            </a:extLst>
          </p:cNvPr>
          <p:cNvSpPr/>
          <p:nvPr/>
        </p:nvSpPr>
        <p:spPr>
          <a:xfrm>
            <a:off x="501894" y="1686436"/>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20" name="TextBox 19">
            <a:extLst>
              <a:ext uri="{FF2B5EF4-FFF2-40B4-BE49-F238E27FC236}">
                <a16:creationId xmlns:a16="http://schemas.microsoft.com/office/drawing/2014/main" id="{A2D01D13-FCCC-7437-D057-5AC572AE0769}"/>
              </a:ext>
            </a:extLst>
          </p:cNvPr>
          <p:cNvSpPr txBox="1"/>
          <p:nvPr/>
        </p:nvSpPr>
        <p:spPr>
          <a:xfrm>
            <a:off x="445155" y="1435738"/>
            <a:ext cx="2283618" cy="221599"/>
          </a:xfrm>
          <a:prstGeom prst="rect">
            <a:avLst/>
          </a:prstGeom>
          <a:noFill/>
        </p:spPr>
        <p:txBody>
          <a:bodyPr wrap="square" lIns="0" tIns="0" rIns="0" bIns="0" rtlCol="0">
            <a:spAutoFit/>
          </a:bodyPr>
          <a:lstStyle/>
          <a:p>
            <a:pPr marL="0" marR="0" lvl="0" indent="0" algn="ctr"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17046" y="3029649"/>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17046" y="3840920"/>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 </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17341" y="1845963"/>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13221" y="2427854"/>
            <a:ext cx="752474" cy="60847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4" name="TextBox 33">
            <a:extLst>
              <a:ext uri="{FF2B5EF4-FFF2-40B4-BE49-F238E27FC236}">
                <a16:creationId xmlns:a16="http://schemas.microsoft.com/office/drawing/2014/main" id="{D53BE90B-4D86-D9A5-B205-C538A0764B18}"/>
              </a:ext>
            </a:extLst>
          </p:cNvPr>
          <p:cNvSpPr txBox="1"/>
          <p:nvPr/>
        </p:nvSpPr>
        <p:spPr>
          <a:xfrm>
            <a:off x="479148" y="6024119"/>
            <a:ext cx="6889392" cy="18004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Capture physical sensor (real-world) data using the original Microcontroller target hardware</a:t>
            </a:r>
            <a:endParaRPr lang="en-US" sz="1300" i="1" kern="1200">
              <a:solidFill>
                <a:schemeClr val="tx2"/>
              </a:solidFill>
              <a:latin typeface="+mn-lt"/>
              <a:ea typeface="+mn-ea"/>
              <a:cs typeface="+mn-cs"/>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7443" y="1270656"/>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70203" y="1528576"/>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9304" y="49072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gyroscope.sds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95761" y="3603513"/>
            <a:ext cx="752474" cy="1446089"/>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97058" y="3018040"/>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97058" y="3940003"/>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94357" y="4889897"/>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13464" y="4646195"/>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92938" y="2432563"/>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92079" y="49072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err="1">
                <a:ln>
                  <a:noFill/>
                </a:ln>
                <a:solidFill>
                  <a:schemeClr val="bg2">
                    <a:lumMod val="25000"/>
                  </a:schemeClr>
                </a:solidFill>
                <a:effectLst/>
                <a:uLnTx/>
                <a:uFillTx/>
                <a:latin typeface="Calibri"/>
                <a:ea typeface="+mn-ea"/>
                <a:cs typeface="+mn-cs"/>
              </a:rPr>
              <a:t>microphone.sds</a:t>
            </a:r>
            <a:br>
              <a:rPr kumimoji="0" lang="en-US" sz="1200" b="0" i="0" u="none" strike="noStrike" kern="1200" cap="none" spc="0" normalizeH="0" baseline="0" noProof="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9235" y="4821259"/>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688415" y="5351109"/>
              <a:ext cx="475665"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grpSp>
        <p:nvGrpSpPr>
          <p:cNvPr id="67" name="Group 66">
            <a:extLst>
              <a:ext uri="{FF2B5EF4-FFF2-40B4-BE49-F238E27FC236}">
                <a16:creationId xmlns:a16="http://schemas.microsoft.com/office/drawing/2014/main" id="{C6FDB7E6-EAC7-FD7B-03BA-423E551E4F7A}"/>
              </a:ext>
            </a:extLst>
          </p:cNvPr>
          <p:cNvGrpSpPr/>
          <p:nvPr/>
        </p:nvGrpSpPr>
        <p:grpSpPr>
          <a:xfrm>
            <a:off x="9162385" y="4494543"/>
            <a:ext cx="1985675" cy="1530354"/>
            <a:chOff x="902969" y="1781833"/>
            <a:chExt cx="2579242" cy="2749240"/>
          </a:xfrm>
        </p:grpSpPr>
        <p:sp>
          <p:nvSpPr>
            <p:cNvPr id="68" name="Flowchart: Magnetic Disk 1">
              <a:extLst>
                <a:ext uri="{FF2B5EF4-FFF2-40B4-BE49-F238E27FC236}">
                  <a16:creationId xmlns:a16="http://schemas.microsoft.com/office/drawing/2014/main" id="{DE85156B-FCA7-35B5-186A-612E8FA2BCC4}"/>
                </a:ext>
              </a:extLst>
            </p:cNvPr>
            <p:cNvSpPr/>
            <p:nvPr/>
          </p:nvSpPr>
          <p:spPr>
            <a:xfrm>
              <a:off x="902969" y="3002279"/>
              <a:ext cx="2579242" cy="1528794"/>
            </a:xfrm>
            <a:prstGeom prst="flowChartMagneticDisk">
              <a:avLst/>
            </a:prstGeom>
            <a:solidFill>
              <a:schemeClr val="accent4"/>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215944" rIns="71981" bIns="107972" rtlCol="0" anchor="ctr"/>
            <a:lstStyle/>
            <a:p>
              <a:pPr algn="ctr"/>
              <a:r>
                <a:rPr lang="en-US" sz="1200"/>
                <a:t>Training Data</a:t>
              </a:r>
              <a:endParaRPr lang="en-GB" sz="1200"/>
            </a:p>
          </p:txBody>
        </p:sp>
        <p:sp>
          <p:nvSpPr>
            <p:cNvPr id="69" name="Flowchart: Magnetic Disk 5">
              <a:extLst>
                <a:ext uri="{FF2B5EF4-FFF2-40B4-BE49-F238E27FC236}">
                  <a16:creationId xmlns:a16="http://schemas.microsoft.com/office/drawing/2014/main" id="{38490AA5-B7CC-0771-9391-8BE8181BD040}"/>
                </a:ext>
              </a:extLst>
            </p:cNvPr>
            <p:cNvSpPr/>
            <p:nvPr/>
          </p:nvSpPr>
          <p:spPr>
            <a:xfrm>
              <a:off x="1312552" y="2304211"/>
              <a:ext cx="1760079" cy="1033874"/>
            </a:xfrm>
            <a:prstGeom prst="flowChartMagneticDisk">
              <a:avLst/>
            </a:prstGeom>
            <a:solidFill>
              <a:schemeClr val="accent5"/>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Validation Data</a:t>
              </a:r>
              <a:endParaRPr lang="en-GB" sz="1200"/>
            </a:p>
          </p:txBody>
        </p:sp>
        <p:sp>
          <p:nvSpPr>
            <p:cNvPr id="70" name="Flowchart: Magnetic Disk 69">
              <a:extLst>
                <a:ext uri="{FF2B5EF4-FFF2-40B4-BE49-F238E27FC236}">
                  <a16:creationId xmlns:a16="http://schemas.microsoft.com/office/drawing/2014/main" id="{31A04169-216A-8996-6456-C3C17D96A057}"/>
                </a:ext>
              </a:extLst>
            </p:cNvPr>
            <p:cNvSpPr/>
            <p:nvPr/>
          </p:nvSpPr>
          <p:spPr>
            <a:xfrm>
              <a:off x="1660804" y="1781833"/>
              <a:ext cx="1063573" cy="718271"/>
            </a:xfrm>
            <a:prstGeom prst="flowChartMagneticDisk">
              <a:avLst/>
            </a:prstGeom>
            <a:solidFill>
              <a:schemeClr val="accent1"/>
            </a:solidFill>
            <a:ln w="190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71981" tIns="179953" rIns="71981" bIns="107972" rtlCol="0" anchor="ctr"/>
            <a:lstStyle/>
            <a:p>
              <a:pPr algn="ctr"/>
              <a:r>
                <a:rPr lang="en-US" sz="1200"/>
                <a:t>Test Data</a:t>
              </a:r>
              <a:endParaRPr lang="en-GB" sz="1200"/>
            </a:p>
          </p:txBody>
        </p:sp>
      </p:grpSp>
      <p:sp>
        <p:nvSpPr>
          <p:cNvPr id="73" name="TextBox 72">
            <a:extLst>
              <a:ext uri="{FF2B5EF4-FFF2-40B4-BE49-F238E27FC236}">
                <a16:creationId xmlns:a16="http://schemas.microsoft.com/office/drawing/2014/main" id="{7F185636-86E9-16E7-9745-00AB518BF5A2}"/>
              </a:ext>
            </a:extLst>
          </p:cNvPr>
          <p:cNvSpPr txBox="1"/>
          <p:nvPr/>
        </p:nvSpPr>
        <p:spPr>
          <a:xfrm>
            <a:off x="7231945" y="4966988"/>
            <a:ext cx="1512550" cy="720197"/>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300" i="1">
                <a:solidFill>
                  <a:schemeClr val="tx2"/>
                </a:solidFill>
                <a:latin typeface="+mn-lt"/>
                <a:ea typeface="+mn-ea"/>
              </a:rPr>
              <a:t>Data conversion</a:t>
            </a:r>
            <a:br>
              <a:rPr lang="en-US" sz="1300" i="1">
                <a:solidFill>
                  <a:schemeClr val="tx2"/>
                </a:solidFill>
                <a:latin typeface="+mn-lt"/>
                <a:ea typeface="+mn-ea"/>
              </a:rPr>
            </a:br>
            <a:r>
              <a:rPr lang="en-US" sz="1300" i="1">
                <a:solidFill>
                  <a:schemeClr val="tx2"/>
                </a:solidFill>
                <a:latin typeface="+mn-lt"/>
                <a:ea typeface="+mn-ea"/>
              </a:rPr>
              <a:t>to ML training</a:t>
            </a:r>
            <a:br>
              <a:rPr lang="en-US" sz="1300" i="1">
                <a:solidFill>
                  <a:schemeClr val="tx2"/>
                </a:solidFill>
                <a:latin typeface="+mn-lt"/>
                <a:ea typeface="+mn-ea"/>
              </a:rPr>
            </a:br>
            <a:r>
              <a:rPr lang="en-US" sz="1300" i="1">
                <a:solidFill>
                  <a:schemeClr val="tx2"/>
                </a:solidFill>
                <a:latin typeface="+mn-lt"/>
                <a:ea typeface="+mn-ea"/>
              </a:rPr>
              <a:t>platform can be</a:t>
            </a:r>
            <a:br>
              <a:rPr lang="en-US" sz="1300" i="1">
                <a:solidFill>
                  <a:schemeClr val="tx2"/>
                </a:solidFill>
                <a:latin typeface="+mn-lt"/>
                <a:ea typeface="+mn-ea"/>
              </a:rPr>
            </a:br>
            <a:r>
              <a:rPr lang="en-US" sz="1300" i="1">
                <a:solidFill>
                  <a:schemeClr val="tx2"/>
                </a:solidFill>
                <a:latin typeface="+mn-lt"/>
                <a:ea typeface="+mn-ea"/>
              </a:rPr>
              <a:t>automated.</a:t>
            </a:r>
            <a:endParaRPr lang="en-US" sz="1300" i="1" kern="1200">
              <a:solidFill>
                <a:schemeClr val="tx2"/>
              </a:solidFill>
              <a:latin typeface="+mn-lt"/>
              <a:ea typeface="+mn-ea"/>
              <a:cs typeface="+mn-cs"/>
            </a:endParaRPr>
          </a:p>
        </p:txBody>
      </p:sp>
      <p:sp>
        <p:nvSpPr>
          <p:cNvPr id="3" name="Content Placeholder 2">
            <a:extLst>
              <a:ext uri="{FF2B5EF4-FFF2-40B4-BE49-F238E27FC236}">
                <a16:creationId xmlns:a16="http://schemas.microsoft.com/office/drawing/2014/main" id="{2E10102F-553F-CF4B-A0E5-2208DA682E8E}"/>
              </a:ext>
            </a:extLst>
          </p:cNvPr>
          <p:cNvSpPr txBox="1">
            <a:spLocks/>
          </p:cNvSpPr>
          <p:nvPr/>
        </p:nvSpPr>
        <p:spPr>
          <a:xfrm>
            <a:off x="6781072" y="1618123"/>
            <a:ext cx="4875839" cy="4445210"/>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3"/>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4"/>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The SDS framework provides methods to record real-world data for analysis and development.</a:t>
            </a:r>
          </a:p>
          <a:p>
            <a:pPr defTabSz="914126">
              <a:lnSpc>
                <a:spcPct val="90000"/>
              </a:lnSpc>
              <a:spcAft>
                <a:spcPts val="1200"/>
              </a:spcAft>
            </a:pPr>
            <a:r>
              <a:rPr lang="en-US" sz="1400" dirty="0">
                <a:solidFill>
                  <a:schemeClr val="tx1">
                    <a:lumMod val="65000"/>
                    <a:lumOff val="35000"/>
                  </a:schemeClr>
                </a:solidFill>
                <a:latin typeface="+mn-lt"/>
                <a:ea typeface="+mn-ea"/>
              </a:rPr>
              <a:t>Input to Digital Signal Processing (DSP) development tools such as filter designers</a:t>
            </a:r>
          </a:p>
          <a:p>
            <a:pPr defTabSz="914126">
              <a:lnSpc>
                <a:spcPct val="90000"/>
              </a:lnSpc>
              <a:spcAft>
                <a:spcPts val="1200"/>
              </a:spcAft>
            </a:pPr>
            <a:r>
              <a:rPr lang="en-US" sz="1400" dirty="0">
                <a:solidFill>
                  <a:schemeClr val="tx1">
                    <a:lumMod val="65000"/>
                    <a:lumOff val="35000"/>
                  </a:schemeClr>
                </a:solidFill>
                <a:latin typeface="+mn-lt"/>
                <a:ea typeface="+mn-ea"/>
              </a:rPr>
              <a:t>Input to Machine Learning (ML) model classification, training, and performance optimization.</a:t>
            </a:r>
          </a:p>
          <a:p>
            <a:pPr marL="0" indent="0" defTabSz="914126" eaLnBrk="1" hangingPunct="1">
              <a:lnSpc>
                <a:spcPct val="90000"/>
              </a:lnSpc>
              <a:spcAft>
                <a:spcPts val="1200"/>
              </a:spcAft>
              <a:buNone/>
            </a:pPr>
            <a:r>
              <a:rPr lang="en-US" sz="1600" dirty="0">
                <a:solidFill>
                  <a:schemeClr val="tx1">
                    <a:lumMod val="65000"/>
                    <a:lumOff val="35000"/>
                  </a:schemeClr>
                </a:solidFill>
                <a:latin typeface="+mn-lt"/>
                <a:ea typeface="+mn-ea"/>
              </a:rPr>
              <a:t>SDS framework is an open-source project:</a:t>
            </a:r>
            <a:br>
              <a:rPr lang="en-US" sz="1600" dirty="0">
                <a:solidFill>
                  <a:schemeClr val="tx1">
                    <a:lumMod val="65000"/>
                    <a:lumOff val="35000"/>
                  </a:schemeClr>
                </a:solidFill>
                <a:latin typeface="+mn-lt"/>
                <a:ea typeface="+mn-ea"/>
              </a:rPr>
            </a:br>
            <a:r>
              <a:rPr lang="en-US" sz="1600" dirty="0">
                <a:solidFill>
                  <a:schemeClr val="tx1">
                    <a:lumMod val="65000"/>
                    <a:lumOff val="35000"/>
                  </a:schemeClr>
                </a:solidFill>
                <a:latin typeface="+mn-lt"/>
                <a:ea typeface="+mn-ea"/>
                <a:hlinkClick r:id="rId5"/>
              </a:rPr>
              <a:t>github.com/Arm-Software/SDS-Framework</a:t>
            </a:r>
            <a:endParaRPr lang="en-US" sz="1600" dirty="0">
              <a:solidFill>
                <a:schemeClr val="tx1">
                  <a:lumMod val="65000"/>
                  <a:lumOff val="35000"/>
                </a:schemeClr>
              </a:solidFill>
              <a:ea typeface="+mn-ea"/>
            </a:endParaRPr>
          </a:p>
          <a:p>
            <a:pPr marL="0" indent="0" defTabSz="914126" eaLnBrk="1" hangingPunct="1">
              <a:lnSpc>
                <a:spcPct val="90000"/>
              </a:lnSpc>
              <a:spcBef>
                <a:spcPts val="0"/>
              </a:spcBef>
              <a:spcAft>
                <a:spcPts val="600"/>
              </a:spcAft>
              <a:buNone/>
            </a:pPr>
            <a:endParaRPr lang="en-US" sz="1400" dirty="0">
              <a:solidFill>
                <a:schemeClr val="tx1">
                  <a:lumMod val="65000"/>
                  <a:lumOff val="35000"/>
                </a:schemeClr>
              </a:solidFill>
              <a:latin typeface="+mn-lt"/>
              <a:ea typeface="+mn-ea"/>
            </a:endParaRPr>
          </a:p>
          <a:p>
            <a:endParaRPr lang="en-GB" sz="2000" dirty="0">
              <a:solidFill>
                <a:schemeClr val="tx1">
                  <a:lumMod val="65000"/>
                  <a:lumOff val="35000"/>
                </a:schemeClr>
              </a:solidFill>
            </a:endParaRPr>
          </a:p>
          <a:p>
            <a:endParaRPr lang="en-GB" sz="2000" dirty="0">
              <a:solidFill>
                <a:srgbClr val="000000"/>
              </a:solidFill>
            </a:endParaRPr>
          </a:p>
          <a:p>
            <a:endParaRPr lang="en-GB" sz="2000" dirty="0">
              <a:solidFill>
                <a:srgbClr val="000000"/>
              </a:solidFill>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17341" y="3030695"/>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16044" y="3616167"/>
            <a:ext cx="752474" cy="1236497"/>
          </a:xfrm>
          <a:prstGeom prst="downArrow">
            <a:avLst>
              <a:gd name="adj1" fmla="val 50000"/>
              <a:gd name="adj2" fmla="val 21225"/>
            </a:avLst>
          </a:prstGeom>
          <a:gradFill flip="none" rotWithShape="1">
            <a:gsLst>
              <a:gs pos="0">
                <a:schemeClr val="accent1">
                  <a:shade val="30000"/>
                  <a:satMod val="115000"/>
                </a:schemeClr>
              </a:gs>
              <a:gs pos="50000">
                <a:schemeClr val="accent1">
                  <a:shade val="67500"/>
                  <a:satMod val="115000"/>
                </a:schemeClr>
              </a:gs>
              <a:gs pos="100000">
                <a:schemeClr val="accent1">
                  <a:shade val="100000"/>
                  <a:satMod val="115000"/>
                </a:schemeClr>
              </a:gs>
            </a:gsLst>
            <a:path path="circle">
              <a:fillToRect t="100000" r="100000"/>
            </a:path>
            <a:tileRect l="-100000" b="-100000"/>
          </a:gra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5" name="Rectangle 14">
            <a:extLst>
              <a:ext uri="{FF2B5EF4-FFF2-40B4-BE49-F238E27FC236}">
                <a16:creationId xmlns:a16="http://schemas.microsoft.com/office/drawing/2014/main" id="{AA4295CC-AC9F-D42F-6FC6-0E2D994FF65A}"/>
              </a:ext>
            </a:extLst>
          </p:cNvPr>
          <p:cNvSpPr/>
          <p:nvPr/>
        </p:nvSpPr>
        <p:spPr>
          <a:xfrm>
            <a:off x="1217341" y="395265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Tree>
    <p:extLst>
      <p:ext uri="{BB962C8B-B14F-4D97-AF65-F5344CB8AC3E}">
        <p14:creationId xmlns:p14="http://schemas.microsoft.com/office/powerpoint/2010/main" val="488544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C13D7126-F9C2-BBDF-5F52-CDE599C24D38}"/>
              </a:ext>
            </a:extLst>
          </p:cNvPr>
          <p:cNvSpPr/>
          <p:nvPr/>
        </p:nvSpPr>
        <p:spPr>
          <a:xfrm>
            <a:off x="7556749"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AVH VSI</a:t>
            </a:r>
            <a:endParaRPr lang="en-GB" sz="1400" kern="0">
              <a:solidFill>
                <a:srgbClr val="000000"/>
              </a:solidFill>
              <a:latin typeface="+mn-lt"/>
              <a:ea typeface="ＭＳ Ｐゴシック"/>
            </a:endParaRPr>
          </a:p>
        </p:txBody>
      </p:sp>
      <p:sp>
        <p:nvSpPr>
          <p:cNvPr id="11" name="Rectangle 10">
            <a:extLst>
              <a:ext uri="{FF2B5EF4-FFF2-40B4-BE49-F238E27FC236}">
                <a16:creationId xmlns:a16="http://schemas.microsoft.com/office/drawing/2014/main" id="{751CB4DD-5B94-C9CD-A823-73AD6CCDCA10}"/>
              </a:ext>
            </a:extLst>
          </p:cNvPr>
          <p:cNvSpPr/>
          <p:nvPr/>
        </p:nvSpPr>
        <p:spPr>
          <a:xfrm>
            <a:off x="7561448" y="1775148"/>
            <a:ext cx="3706004"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Arm Virtual Hardware</a:t>
            </a:r>
          </a:p>
        </p:txBody>
      </p:sp>
      <p:sp>
        <p:nvSpPr>
          <p:cNvPr id="13" name="Rectangle 12">
            <a:extLst>
              <a:ext uri="{FF2B5EF4-FFF2-40B4-BE49-F238E27FC236}">
                <a16:creationId xmlns:a16="http://schemas.microsoft.com/office/drawing/2014/main" id="{1A98AAAD-88E6-0C10-AEB3-48717A7579D4}"/>
              </a:ext>
            </a:extLst>
          </p:cNvPr>
          <p:cNvSpPr/>
          <p:nvPr/>
        </p:nvSpPr>
        <p:spPr>
          <a:xfrm>
            <a:off x="494274" y="1775148"/>
            <a:ext cx="5907766" cy="2012692"/>
          </a:xfrm>
          <a:prstGeom prst="rect">
            <a:avLst/>
          </a:prstGeom>
          <a:solidFill>
            <a:schemeClr val="accent1">
              <a:lumMod val="40000"/>
              <a:lumOff val="6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GB" sz="1400" kern="0">
                <a:solidFill>
                  <a:srgbClr val="000000"/>
                </a:solidFill>
                <a:latin typeface="+mn-lt"/>
                <a:ea typeface="ＭＳ Ｐゴシック"/>
              </a:rPr>
              <a:t>Software on </a:t>
            </a:r>
            <a:br>
              <a:rPr lang="en-GB" sz="1400" kern="0">
                <a:solidFill>
                  <a:srgbClr val="000000"/>
                </a:solidFill>
                <a:latin typeface="+mn-lt"/>
                <a:ea typeface="ＭＳ Ｐゴシック"/>
              </a:rPr>
            </a:br>
            <a:r>
              <a:rPr lang="en-GB" sz="1400" kern="0">
                <a:solidFill>
                  <a:srgbClr val="000000"/>
                </a:solidFill>
                <a:latin typeface="+mn-lt"/>
                <a:ea typeface="ＭＳ Ｐゴシック"/>
              </a:rPr>
              <a:t>Physical Board</a:t>
            </a:r>
          </a:p>
        </p:txBody>
      </p:sp>
      <p:sp>
        <p:nvSpPr>
          <p:cNvPr id="12" name="Rectangle 11">
            <a:extLst>
              <a:ext uri="{FF2B5EF4-FFF2-40B4-BE49-F238E27FC236}">
                <a16:creationId xmlns:a16="http://schemas.microsoft.com/office/drawing/2014/main" id="{8DA0B430-5BE2-2F85-F9B6-9C6775666444}"/>
              </a:ext>
            </a:extLst>
          </p:cNvPr>
          <p:cNvSpPr/>
          <p:nvPr/>
        </p:nvSpPr>
        <p:spPr>
          <a:xfrm>
            <a:off x="489575" y="3900482"/>
            <a:ext cx="3710703" cy="666290"/>
          </a:xfrm>
          <a:prstGeom prst="rect">
            <a:avLst/>
          </a:prstGeom>
          <a:solidFill>
            <a:schemeClr val="accent5">
              <a:lumMod val="60000"/>
              <a:lumOff val="40000"/>
              <a:alpha val="40000"/>
            </a:schemeClr>
          </a:solidFill>
          <a:ln w="9525" cap="flat" cmpd="sng" algn="ctr">
            <a:noFill/>
            <a:prstDash val="solid"/>
          </a:ln>
          <a:effectLst/>
        </p:spPr>
        <p:txBody>
          <a:bodyPr vert="vert270" lIns="35985" tIns="45699" rIns="91396" bIns="45699" rtlCol="0" anchor="t"/>
          <a:lstStyle/>
          <a:p>
            <a:pPr algn="ctr" defTabSz="456936" eaLnBrk="1" fontAlgn="auto" hangingPunct="1">
              <a:lnSpc>
                <a:spcPts val="1698"/>
              </a:lnSpc>
              <a:spcBef>
                <a:spcPts val="0"/>
              </a:spcBef>
              <a:spcAft>
                <a:spcPts val="0"/>
              </a:spcAft>
              <a:defRPr/>
            </a:pPr>
            <a:r>
              <a:rPr lang="en-US" sz="1400" kern="0">
                <a:solidFill>
                  <a:srgbClr val="000000"/>
                </a:solidFill>
                <a:latin typeface="+mn-lt"/>
                <a:ea typeface="ＭＳ Ｐゴシック"/>
              </a:rPr>
              <a:t>MCU </a:t>
            </a:r>
            <a:br>
              <a:rPr lang="en-US" sz="1400" kern="0">
                <a:solidFill>
                  <a:srgbClr val="000000"/>
                </a:solidFill>
                <a:latin typeface="+mn-lt"/>
                <a:ea typeface="ＭＳ Ｐゴシック"/>
              </a:rPr>
            </a:br>
            <a:r>
              <a:rPr lang="en-US" sz="1400" kern="0">
                <a:solidFill>
                  <a:srgbClr val="000000"/>
                </a:solidFill>
                <a:latin typeface="+mn-lt"/>
                <a:ea typeface="ＭＳ Ｐゴシック"/>
              </a:rPr>
              <a:t>Device</a:t>
            </a:r>
            <a:br>
              <a:rPr lang="en-US" sz="1400" kern="0">
                <a:solidFill>
                  <a:srgbClr val="000000"/>
                </a:solidFill>
                <a:latin typeface="+mn-lt"/>
                <a:ea typeface="ＭＳ Ｐゴシック"/>
              </a:rPr>
            </a:br>
            <a:endParaRPr lang="en-GB" sz="1400" kern="0">
              <a:solidFill>
                <a:srgbClr val="000000"/>
              </a:solidFill>
              <a:latin typeface="+mn-lt"/>
              <a:ea typeface="ＭＳ Ｐゴシック"/>
            </a:endParaRPr>
          </a:p>
        </p:txBody>
      </p:sp>
      <p:sp>
        <p:nvSpPr>
          <p:cNvPr id="53" name="Arrow: Right 52">
            <a:extLst>
              <a:ext uri="{FF2B5EF4-FFF2-40B4-BE49-F238E27FC236}">
                <a16:creationId xmlns:a16="http://schemas.microsoft.com/office/drawing/2014/main" id="{D8731AD1-FD33-44D7-7A1C-E51E28D3CB6A}"/>
              </a:ext>
            </a:extLst>
          </p:cNvPr>
          <p:cNvSpPr/>
          <p:nvPr/>
        </p:nvSpPr>
        <p:spPr>
          <a:xfrm>
            <a:off x="3802964" y="4760102"/>
            <a:ext cx="4182755" cy="1401750"/>
          </a:xfrm>
          <a:prstGeom prst="rightArrow">
            <a:avLst>
              <a:gd name="adj1" fmla="val 76804"/>
              <a:gd name="adj2" fmla="val 50633"/>
            </a:avLst>
          </a:prstGeom>
          <a:gradFill flip="none" rotWithShape="1">
            <a:gsLst>
              <a:gs pos="0">
                <a:schemeClr val="accent3">
                  <a:tint val="66000"/>
                  <a:satMod val="160000"/>
                </a:schemeClr>
              </a:gs>
              <a:gs pos="50000">
                <a:schemeClr val="accent3">
                  <a:tint val="44500"/>
                  <a:satMod val="160000"/>
                </a:schemeClr>
              </a:gs>
              <a:gs pos="100000">
                <a:schemeClr val="accent3">
                  <a:tint val="23500"/>
                  <a:satMod val="160000"/>
                </a:schemeClr>
              </a:gs>
            </a:gsLst>
            <a:path path="circle">
              <a:fillToRect l="100000" b="100000"/>
            </a:path>
            <a:tileRect t="-100000" r="-10000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Arrow: Down 48">
            <a:extLst>
              <a:ext uri="{FF2B5EF4-FFF2-40B4-BE49-F238E27FC236}">
                <a16:creationId xmlns:a16="http://schemas.microsoft.com/office/drawing/2014/main" id="{94907D93-F7DB-BD8E-57B1-E3F11C1B3EA3}"/>
              </a:ext>
            </a:extLst>
          </p:cNvPr>
          <p:cNvSpPr/>
          <p:nvPr/>
        </p:nvSpPr>
        <p:spPr>
          <a:xfrm>
            <a:off x="5854456" y="4725016"/>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Arrow: Down 47">
            <a:extLst>
              <a:ext uri="{FF2B5EF4-FFF2-40B4-BE49-F238E27FC236}">
                <a16:creationId xmlns:a16="http://schemas.microsoft.com/office/drawing/2014/main" id="{4FEC25A1-A170-8E83-866B-0FC32F66399C}"/>
              </a:ext>
            </a:extLst>
          </p:cNvPr>
          <p:cNvSpPr/>
          <p:nvPr/>
        </p:nvSpPr>
        <p:spPr>
          <a:xfrm>
            <a:off x="4784817" y="4729921"/>
            <a:ext cx="190693" cy="266248"/>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77FBFC7-FB37-D797-EEB0-A32B1C58EE8E}"/>
              </a:ext>
            </a:extLst>
          </p:cNvPr>
          <p:cNvSpPr>
            <a:spLocks noGrp="1"/>
          </p:cNvSpPr>
          <p:nvPr>
            <p:ph type="title"/>
          </p:nvPr>
        </p:nvSpPr>
        <p:spPr/>
        <p:txBody>
          <a:bodyPr/>
          <a:lstStyle/>
          <a:p>
            <a:r>
              <a:rPr lang="en-US"/>
              <a:t>SDS enables playback of real-world data for algorithm testing</a:t>
            </a:r>
          </a:p>
        </p:txBody>
      </p:sp>
      <p:sp>
        <p:nvSpPr>
          <p:cNvPr id="7" name="Text Placeholder 2">
            <a:extLst>
              <a:ext uri="{FF2B5EF4-FFF2-40B4-BE49-F238E27FC236}">
                <a16:creationId xmlns:a16="http://schemas.microsoft.com/office/drawing/2014/main" id="{CE05872A-EEA1-9979-6BC5-6D1EFBEE1146}"/>
              </a:ext>
            </a:extLst>
          </p:cNvPr>
          <p:cNvSpPr>
            <a:spLocks noGrp="1"/>
          </p:cNvSpPr>
          <p:nvPr>
            <p:ph type="body" sz="quarter" idx="13"/>
          </p:nvPr>
        </p:nvSpPr>
        <p:spPr/>
        <p:txBody>
          <a:bodyPr/>
          <a:lstStyle/>
          <a:p>
            <a:r>
              <a:rPr lang="en-US" sz="2000"/>
              <a:t>Combined with AVH it enables repeatable test automation in CI systems and </a:t>
            </a:r>
            <a:r>
              <a:rPr lang="en-US" sz="2000" err="1"/>
              <a:t>MLOps</a:t>
            </a:r>
            <a:r>
              <a:rPr lang="en-US" sz="2000"/>
              <a:t> cloud services</a:t>
            </a:r>
          </a:p>
        </p:txBody>
      </p:sp>
      <p:sp>
        <p:nvSpPr>
          <p:cNvPr id="6" name="Down Arrow 26">
            <a:extLst>
              <a:ext uri="{FF2B5EF4-FFF2-40B4-BE49-F238E27FC236}">
                <a16:creationId xmlns:a16="http://schemas.microsoft.com/office/drawing/2014/main" id="{2BE978FC-DCDF-4969-4555-97BC206B2061}"/>
              </a:ext>
            </a:extLst>
          </p:cNvPr>
          <p:cNvSpPr/>
          <p:nvPr/>
        </p:nvSpPr>
        <p:spPr>
          <a:xfrm rot="10800000">
            <a:off x="1508424" y="3704879"/>
            <a:ext cx="752474" cy="123649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4" name="Rectangle 13">
            <a:extLst>
              <a:ext uri="{FF2B5EF4-FFF2-40B4-BE49-F238E27FC236}">
                <a16:creationId xmlns:a16="http://schemas.microsoft.com/office/drawing/2014/main" id="{1761512D-CB7A-2C42-2327-AEC81369D41F}"/>
              </a:ext>
            </a:extLst>
          </p:cNvPr>
          <p:cNvSpPr/>
          <p:nvPr/>
        </p:nvSpPr>
        <p:spPr>
          <a:xfrm>
            <a:off x="1209721"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MEMS Sensor Interface</a:t>
            </a:r>
          </a:p>
        </p:txBody>
      </p:sp>
      <p:sp>
        <p:nvSpPr>
          <p:cNvPr id="15" name="Rectangle 14">
            <a:extLst>
              <a:ext uri="{FF2B5EF4-FFF2-40B4-BE49-F238E27FC236}">
                <a16:creationId xmlns:a16="http://schemas.microsoft.com/office/drawing/2014/main" id="{AA4295CC-AC9F-D42F-6FC6-0E2D994FF65A}"/>
              </a:ext>
            </a:extLst>
          </p:cNvPr>
          <p:cNvSpPr/>
          <p:nvPr/>
        </p:nvSpPr>
        <p:spPr>
          <a:xfrm>
            <a:off x="1209721"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Gyroscope</a:t>
            </a:r>
            <a:br>
              <a:rPr lang="en-US" sz="1400" kern="0">
                <a:solidFill>
                  <a:srgbClr val="FFFFFF"/>
                </a:solidFill>
                <a:latin typeface="+mn-lt"/>
                <a:ea typeface="ＭＳ Ｐゴシック"/>
              </a:rPr>
            </a:br>
            <a:r>
              <a:rPr lang="en-US" sz="1400" kern="0">
                <a:solidFill>
                  <a:srgbClr val="FFFFFF"/>
                </a:solidFill>
                <a:latin typeface="+mn-lt"/>
                <a:ea typeface="ＭＳ Ｐゴシック"/>
              </a:rPr>
              <a:t>Sensor</a:t>
            </a:r>
            <a:endParaRPr lang="en-US" sz="1400" kern="0">
              <a:solidFill>
                <a:srgbClr val="FFFFFF"/>
              </a:solidFill>
              <a:latin typeface="+mn-lt"/>
              <a:ea typeface="ＭＳ Ｐゴシック"/>
              <a:cs typeface="Calibri"/>
            </a:endParaRPr>
          </a:p>
        </p:txBody>
      </p:sp>
      <p:sp>
        <p:nvSpPr>
          <p:cNvPr id="20" name="TextBox 19">
            <a:extLst>
              <a:ext uri="{FF2B5EF4-FFF2-40B4-BE49-F238E27FC236}">
                <a16:creationId xmlns:a16="http://schemas.microsoft.com/office/drawing/2014/main" id="{A2D01D13-FCCC-7437-D057-5AC572AE0769}"/>
              </a:ext>
            </a:extLst>
          </p:cNvPr>
          <p:cNvSpPr txBox="1"/>
          <p:nvPr/>
        </p:nvSpPr>
        <p:spPr>
          <a:xfrm>
            <a:off x="489575" y="1531598"/>
            <a:ext cx="2283618"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a:solidFill>
                  <a:schemeClr val="tx1">
                    <a:lumMod val="65000"/>
                    <a:lumOff val="35000"/>
                  </a:schemeClr>
                </a:solidFill>
                <a:latin typeface="Calibri"/>
              </a:rPr>
              <a:t>Microcontroller Hardware</a:t>
            </a:r>
            <a:endParaRPr kumimoji="0" lang="en-US" sz="1600" b="1" u="none" strike="noStrike" kern="1200" cap="none" spc="0" normalizeH="0" baseline="0" noProof="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1" name="Rectangle 20">
            <a:extLst>
              <a:ext uri="{FF2B5EF4-FFF2-40B4-BE49-F238E27FC236}">
                <a16:creationId xmlns:a16="http://schemas.microsoft.com/office/drawing/2014/main" id="{F1205476-69EF-4F42-D82A-5722C3446FD6}"/>
              </a:ext>
            </a:extLst>
          </p:cNvPr>
          <p:cNvSpPr/>
          <p:nvPr/>
        </p:nvSpPr>
        <p:spPr>
          <a:xfrm>
            <a:off x="4609426" y="3118361"/>
            <a:ext cx="1645062"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SDS Stream</a:t>
            </a:r>
          </a:p>
          <a:p>
            <a:pPr algn="ctr" defTabSz="456936" eaLnBrk="1" fontAlgn="auto" hangingPunct="1">
              <a:spcBef>
                <a:spcPts val="0"/>
              </a:spcBef>
              <a:spcAft>
                <a:spcPts val="0"/>
              </a:spcAft>
              <a:defRPr/>
            </a:pPr>
            <a:r>
              <a:rPr lang="en-US" sz="1400" kern="0">
                <a:solidFill>
                  <a:srgbClr val="FFFFFF"/>
                </a:solidFill>
                <a:latin typeface="+mn-lt"/>
                <a:ea typeface="ＭＳ Ｐゴシック"/>
              </a:rPr>
              <a:t>Interface</a:t>
            </a:r>
          </a:p>
        </p:txBody>
      </p:sp>
      <p:sp>
        <p:nvSpPr>
          <p:cNvPr id="24" name="Rectangle 23">
            <a:extLst>
              <a:ext uri="{FF2B5EF4-FFF2-40B4-BE49-F238E27FC236}">
                <a16:creationId xmlns:a16="http://schemas.microsoft.com/office/drawing/2014/main" id="{6A2C54A5-7D46-A555-7CC2-D7EEFD4A943A}"/>
              </a:ext>
            </a:extLst>
          </p:cNvPr>
          <p:cNvSpPr/>
          <p:nvPr/>
        </p:nvSpPr>
        <p:spPr>
          <a:xfrm>
            <a:off x="4609426" y="3929632"/>
            <a:ext cx="1645062" cy="800289"/>
          </a:xfrm>
          <a:prstGeom prst="rec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SDS Stream</a:t>
            </a:r>
            <a:br>
              <a:rPr lang="en-US" sz="1400"/>
            </a:br>
            <a:r>
              <a:rPr lang="en-US" sz="1400"/>
              <a:t>connects via</a:t>
            </a:r>
            <a:br>
              <a:rPr lang="en-US" sz="1400"/>
            </a:br>
            <a:r>
              <a:rPr lang="en-US" sz="1400"/>
              <a:t>different channels</a:t>
            </a:r>
          </a:p>
        </p:txBody>
      </p:sp>
      <p:sp>
        <p:nvSpPr>
          <p:cNvPr id="26" name="Rectangle 25">
            <a:extLst>
              <a:ext uri="{FF2B5EF4-FFF2-40B4-BE49-F238E27FC236}">
                <a16:creationId xmlns:a16="http://schemas.microsoft.com/office/drawing/2014/main" id="{4DCFE2CE-10B5-CA3E-A0C4-FC7BD9BBD70A}"/>
              </a:ext>
            </a:extLst>
          </p:cNvPr>
          <p:cNvSpPr/>
          <p:nvPr/>
        </p:nvSpPr>
        <p:spPr>
          <a:xfrm>
            <a:off x="1209721"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7" name="Down Arrow 26">
            <a:extLst>
              <a:ext uri="{FF2B5EF4-FFF2-40B4-BE49-F238E27FC236}">
                <a16:creationId xmlns:a16="http://schemas.microsoft.com/office/drawing/2014/main" id="{73B458AD-4BE9-4028-D828-21876923A3AE}"/>
              </a:ext>
            </a:extLst>
          </p:cNvPr>
          <p:cNvSpPr/>
          <p:nvPr/>
        </p:nvSpPr>
        <p:spPr>
          <a:xfrm rot="10800000">
            <a:off x="1505601"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 name="Arrow: Bent 3">
            <a:extLst>
              <a:ext uri="{FF2B5EF4-FFF2-40B4-BE49-F238E27FC236}">
                <a16:creationId xmlns:a16="http://schemas.microsoft.com/office/drawing/2014/main" id="{3E88BDDA-55CA-E63A-5E5A-A9E4AA32F97E}"/>
              </a:ext>
            </a:extLst>
          </p:cNvPr>
          <p:cNvSpPr/>
          <p:nvPr/>
        </p:nvSpPr>
        <p:spPr>
          <a:xfrm rot="16200000" flipH="1" flipV="1">
            <a:off x="3250786" y="1342668"/>
            <a:ext cx="259340" cy="3292047"/>
          </a:xfrm>
          <a:prstGeom prst="bentArrow">
            <a:avLst>
              <a:gd name="adj1" fmla="val 40727"/>
              <a:gd name="adj2" fmla="val 50000"/>
              <a:gd name="adj3" fmla="val 34437"/>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8" name="Arrow: Bent 7">
            <a:extLst>
              <a:ext uri="{FF2B5EF4-FFF2-40B4-BE49-F238E27FC236}">
                <a16:creationId xmlns:a16="http://schemas.microsoft.com/office/drawing/2014/main" id="{477327DB-2866-7E56-81FD-7D83D03708AD}"/>
              </a:ext>
            </a:extLst>
          </p:cNvPr>
          <p:cNvSpPr/>
          <p:nvPr/>
        </p:nvSpPr>
        <p:spPr>
          <a:xfrm rot="16200000" flipH="1" flipV="1">
            <a:off x="4562583" y="1617288"/>
            <a:ext cx="401131" cy="2601014"/>
          </a:xfrm>
          <a:prstGeom prst="bentArrow">
            <a:avLst>
              <a:gd name="adj1" fmla="val 22172"/>
              <a:gd name="adj2" fmla="val 27469"/>
              <a:gd name="adj3" fmla="val 23834"/>
              <a:gd name="adj4" fmla="val 4374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39" name="Flowchart: Multidocument 38">
            <a:extLst>
              <a:ext uri="{FF2B5EF4-FFF2-40B4-BE49-F238E27FC236}">
                <a16:creationId xmlns:a16="http://schemas.microsoft.com/office/drawing/2014/main" id="{6193044B-2FCC-9359-8E26-0A20861A8FEA}"/>
              </a:ext>
            </a:extLst>
          </p:cNvPr>
          <p:cNvSpPr/>
          <p:nvPr/>
        </p:nvSpPr>
        <p:spPr>
          <a:xfrm>
            <a:off x="3901684" y="4996468"/>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40" name="Down Arrow 26">
            <a:extLst>
              <a:ext uri="{FF2B5EF4-FFF2-40B4-BE49-F238E27FC236}">
                <a16:creationId xmlns:a16="http://schemas.microsoft.com/office/drawing/2014/main" id="{1EAD3655-FDEF-BF50-5A78-87EF66BDA904}"/>
              </a:ext>
            </a:extLst>
          </p:cNvPr>
          <p:cNvSpPr/>
          <p:nvPr/>
        </p:nvSpPr>
        <p:spPr>
          <a:xfrm rot="10800000">
            <a:off x="2988141" y="3692225"/>
            <a:ext cx="752474" cy="1446089"/>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1" name="Rectangle 40">
            <a:extLst>
              <a:ext uri="{FF2B5EF4-FFF2-40B4-BE49-F238E27FC236}">
                <a16:creationId xmlns:a16="http://schemas.microsoft.com/office/drawing/2014/main" id="{655BE0BA-F5B9-2DD1-09C8-E8C71D36A477}"/>
              </a:ext>
            </a:extLst>
          </p:cNvPr>
          <p:cNvSpPr/>
          <p:nvPr/>
        </p:nvSpPr>
        <p:spPr>
          <a:xfrm>
            <a:off x="2689438" y="3106752"/>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42" name="Rectangle 41">
            <a:extLst>
              <a:ext uri="{FF2B5EF4-FFF2-40B4-BE49-F238E27FC236}">
                <a16:creationId xmlns:a16="http://schemas.microsoft.com/office/drawing/2014/main" id="{C1C16E15-EEC3-213B-0844-32F0ADD7F714}"/>
              </a:ext>
            </a:extLst>
          </p:cNvPr>
          <p:cNvSpPr/>
          <p:nvPr/>
        </p:nvSpPr>
        <p:spPr>
          <a:xfrm>
            <a:off x="2689438" y="4028715"/>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Microphone Input</a:t>
            </a:r>
            <a:endParaRPr lang="en-US" sz="1400" kern="0">
              <a:solidFill>
                <a:srgbClr val="FFFFFF"/>
              </a:solidFill>
              <a:latin typeface="+mn-lt"/>
              <a:ea typeface="ＭＳ Ｐゴシック"/>
              <a:cs typeface="Calibri"/>
            </a:endParaRPr>
          </a:p>
        </p:txBody>
      </p:sp>
      <p:sp>
        <p:nvSpPr>
          <p:cNvPr id="43" name="Oval 42">
            <a:extLst>
              <a:ext uri="{FF2B5EF4-FFF2-40B4-BE49-F238E27FC236}">
                <a16:creationId xmlns:a16="http://schemas.microsoft.com/office/drawing/2014/main" id="{27E1E34D-8E26-FEC0-1E0D-3BB698181541}"/>
              </a:ext>
            </a:extLst>
          </p:cNvPr>
          <p:cNvSpPr/>
          <p:nvPr/>
        </p:nvSpPr>
        <p:spPr>
          <a:xfrm>
            <a:off x="3186737" y="4978609"/>
            <a:ext cx="365760" cy="365760"/>
          </a:xfrm>
          <a:prstGeom prst="ellipse">
            <a:avLst/>
          </a:prstGeom>
          <a:solidFill>
            <a:schemeClr val="bg1"/>
          </a:solid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4" name="Freeform 38">
            <a:extLst>
              <a:ext uri="{FF2B5EF4-FFF2-40B4-BE49-F238E27FC236}">
                <a16:creationId xmlns:a16="http://schemas.microsoft.com/office/drawing/2014/main" id="{E11562BA-F2A6-40A1-E3C6-4790D55AAFAF}"/>
              </a:ext>
            </a:extLst>
          </p:cNvPr>
          <p:cNvSpPr/>
          <p:nvPr/>
        </p:nvSpPr>
        <p:spPr>
          <a:xfrm rot="16200000">
            <a:off x="3205844" y="4734907"/>
            <a:ext cx="311426" cy="616226"/>
          </a:xfrm>
          <a:custGeom>
            <a:avLst/>
            <a:gdLst>
              <a:gd name="connsiteX0" fmla="*/ 0 w 311426"/>
              <a:gd name="connsiteY0" fmla="*/ 0 h 616226"/>
              <a:gd name="connsiteX1" fmla="*/ 311426 w 311426"/>
              <a:gd name="connsiteY1" fmla="*/ 318052 h 616226"/>
              <a:gd name="connsiteX2" fmla="*/ 0 w 311426"/>
              <a:gd name="connsiteY2" fmla="*/ 616226 h 616226"/>
            </a:gdLst>
            <a:ahLst/>
            <a:cxnLst>
              <a:cxn ang="0">
                <a:pos x="connsiteX0" y="connsiteY0"/>
              </a:cxn>
              <a:cxn ang="0">
                <a:pos x="connsiteX1" y="connsiteY1"/>
              </a:cxn>
              <a:cxn ang="0">
                <a:pos x="connsiteX2" y="connsiteY2"/>
              </a:cxn>
            </a:cxnLst>
            <a:rect l="l" t="t" r="r" b="b"/>
            <a:pathLst>
              <a:path w="311426" h="616226">
                <a:moveTo>
                  <a:pt x="0" y="0"/>
                </a:moveTo>
                <a:lnTo>
                  <a:pt x="311426" y="318052"/>
                </a:lnTo>
                <a:lnTo>
                  <a:pt x="0" y="616226"/>
                </a:lnTo>
              </a:path>
            </a:pathLst>
          </a:custGeom>
          <a:noFill/>
          <a:ln w="22225">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endParaRPr kumimoji="0" lang="en-US" sz="1800" b="0" i="0" u="none" strike="noStrike" kern="1200" cap="none" spc="0" normalizeH="0" baseline="0" noProof="0">
              <a:ln>
                <a:noFill/>
              </a:ln>
              <a:solidFill>
                <a:srgbClr val="FFFFFF"/>
              </a:solidFill>
              <a:effectLst/>
              <a:uLnTx/>
              <a:uFillTx/>
              <a:latin typeface="Calibri"/>
              <a:ea typeface="+mn-ea"/>
              <a:cs typeface="+mn-cs"/>
            </a:endParaRPr>
          </a:p>
        </p:txBody>
      </p:sp>
      <p:sp>
        <p:nvSpPr>
          <p:cNvPr id="46" name="Down Arrow 26">
            <a:extLst>
              <a:ext uri="{FF2B5EF4-FFF2-40B4-BE49-F238E27FC236}">
                <a16:creationId xmlns:a16="http://schemas.microsoft.com/office/drawing/2014/main" id="{82BBF620-0286-156B-0511-C1AFFDFDB8D6}"/>
              </a:ext>
            </a:extLst>
          </p:cNvPr>
          <p:cNvSpPr/>
          <p:nvPr/>
        </p:nvSpPr>
        <p:spPr>
          <a:xfrm rot="10800000">
            <a:off x="2985318" y="2521275"/>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47" name="Flowchart: Multidocument 46">
            <a:extLst>
              <a:ext uri="{FF2B5EF4-FFF2-40B4-BE49-F238E27FC236}">
                <a16:creationId xmlns:a16="http://schemas.microsoft.com/office/drawing/2014/main" id="{104072A0-E58B-BC26-BCBF-960338B5FC54}"/>
              </a:ext>
            </a:extLst>
          </p:cNvPr>
          <p:cNvSpPr/>
          <p:nvPr/>
        </p:nvSpPr>
        <p:spPr>
          <a:xfrm>
            <a:off x="5484459" y="4996468"/>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grpSp>
        <p:nvGrpSpPr>
          <p:cNvPr id="64" name="Group 63">
            <a:extLst>
              <a:ext uri="{FF2B5EF4-FFF2-40B4-BE49-F238E27FC236}">
                <a16:creationId xmlns:a16="http://schemas.microsoft.com/office/drawing/2014/main" id="{222F9367-A31E-1E1C-4BB9-100116808E48}"/>
              </a:ext>
            </a:extLst>
          </p:cNvPr>
          <p:cNvGrpSpPr/>
          <p:nvPr/>
        </p:nvGrpSpPr>
        <p:grpSpPr>
          <a:xfrm>
            <a:off x="1651615" y="4909971"/>
            <a:ext cx="888848" cy="624892"/>
            <a:chOff x="1688415" y="4757232"/>
            <a:chExt cx="888848" cy="624892"/>
          </a:xfrm>
        </p:grpSpPr>
        <p:cxnSp>
          <p:nvCxnSpPr>
            <p:cNvPr id="51" name="Straight Connector 50">
              <a:extLst>
                <a:ext uri="{FF2B5EF4-FFF2-40B4-BE49-F238E27FC236}">
                  <a16:creationId xmlns:a16="http://schemas.microsoft.com/office/drawing/2014/main" id="{70235F0C-BA95-555A-0338-43F528D8F905}"/>
                </a:ext>
              </a:extLst>
            </p:cNvPr>
            <p:cNvCxnSpPr>
              <a:cxnSpLocks/>
            </p:cNvCxnSpPr>
            <p:nvPr/>
          </p:nvCxnSpPr>
          <p:spPr>
            <a:xfrm>
              <a:off x="1688415" y="4879737"/>
              <a:ext cx="0" cy="484072"/>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8D4E18F4-B0B4-14DB-703B-BFA361F3E7F3}"/>
                </a:ext>
              </a:extLst>
            </p:cNvPr>
            <p:cNvCxnSpPr>
              <a:cxnSpLocks/>
            </p:cNvCxnSpPr>
            <p:nvPr/>
          </p:nvCxnSpPr>
          <p:spPr>
            <a:xfrm flipH="1">
              <a:off x="1703343" y="5351109"/>
              <a:ext cx="460737"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F591D32D-8BE5-71A5-850C-4A9DA392AF55}"/>
                </a:ext>
              </a:extLst>
            </p:cNvPr>
            <p:cNvCxnSpPr>
              <a:cxnSpLocks/>
            </p:cNvCxnSpPr>
            <p:nvPr/>
          </p:nvCxnSpPr>
          <p:spPr>
            <a:xfrm flipH="1">
              <a:off x="1688415" y="5081988"/>
              <a:ext cx="232015" cy="26912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TextBox 60">
              <a:extLst>
                <a:ext uri="{FF2B5EF4-FFF2-40B4-BE49-F238E27FC236}">
                  <a16:creationId xmlns:a16="http://schemas.microsoft.com/office/drawing/2014/main" id="{B5797B95-23EC-ED25-FFEC-2011373C3A10}"/>
                </a:ext>
              </a:extLst>
            </p:cNvPr>
            <p:cNvSpPr txBox="1"/>
            <p:nvPr/>
          </p:nvSpPr>
          <p:spPr>
            <a:xfrm>
              <a:off x="2116526" y="5091275"/>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z</a:t>
              </a:r>
            </a:p>
          </p:txBody>
        </p:sp>
        <p:sp>
          <p:nvSpPr>
            <p:cNvPr id="62" name="TextBox 61">
              <a:extLst>
                <a:ext uri="{FF2B5EF4-FFF2-40B4-BE49-F238E27FC236}">
                  <a16:creationId xmlns:a16="http://schemas.microsoft.com/office/drawing/2014/main" id="{81532A2B-5DC6-CC5E-425E-DE417C630ACE}"/>
                </a:ext>
              </a:extLst>
            </p:cNvPr>
            <p:cNvSpPr txBox="1"/>
            <p:nvPr/>
          </p:nvSpPr>
          <p:spPr>
            <a:xfrm>
              <a:off x="1965389" y="4873473"/>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kern="1200">
                  <a:solidFill>
                    <a:schemeClr val="tx2"/>
                  </a:solidFill>
                  <a:latin typeface="+mn-lt"/>
                  <a:ea typeface="+mn-ea"/>
                  <a:cs typeface="+mn-cs"/>
                </a:rPr>
                <a:t>y</a:t>
              </a:r>
            </a:p>
          </p:txBody>
        </p:sp>
        <p:sp>
          <p:nvSpPr>
            <p:cNvPr id="63" name="TextBox 62">
              <a:extLst>
                <a:ext uri="{FF2B5EF4-FFF2-40B4-BE49-F238E27FC236}">
                  <a16:creationId xmlns:a16="http://schemas.microsoft.com/office/drawing/2014/main" id="{957E264D-8E6F-3357-0420-8DBE764359B2}"/>
                </a:ext>
              </a:extLst>
            </p:cNvPr>
            <p:cNvSpPr txBox="1"/>
            <p:nvPr/>
          </p:nvSpPr>
          <p:spPr>
            <a:xfrm>
              <a:off x="1745471" y="4757232"/>
              <a:ext cx="460737" cy="2908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2100">
                  <a:solidFill>
                    <a:schemeClr val="tx2"/>
                  </a:solidFill>
                  <a:latin typeface="+mn-lt"/>
                  <a:ea typeface="+mn-ea"/>
                </a:rPr>
                <a:t>x</a:t>
              </a:r>
              <a:endParaRPr lang="en-US" sz="2100" kern="1200">
                <a:solidFill>
                  <a:schemeClr val="tx2"/>
                </a:solidFill>
                <a:latin typeface="+mn-lt"/>
                <a:ea typeface="+mn-ea"/>
                <a:cs typeface="+mn-cs"/>
              </a:endParaRPr>
            </a:p>
          </p:txBody>
        </p:sp>
      </p:grpSp>
      <p:sp>
        <p:nvSpPr>
          <p:cNvPr id="9" name="Down Arrow 26">
            <a:extLst>
              <a:ext uri="{FF2B5EF4-FFF2-40B4-BE49-F238E27FC236}">
                <a16:creationId xmlns:a16="http://schemas.microsoft.com/office/drawing/2014/main" id="{441FFD83-78B5-53CC-6550-BD70183D1C05}"/>
              </a:ext>
            </a:extLst>
          </p:cNvPr>
          <p:cNvSpPr/>
          <p:nvPr/>
        </p:nvSpPr>
        <p:spPr>
          <a:xfrm rot="10800000">
            <a:off x="8575598" y="3704878"/>
            <a:ext cx="752474" cy="445643"/>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16" name="Rectangle 15">
            <a:extLst>
              <a:ext uri="{FF2B5EF4-FFF2-40B4-BE49-F238E27FC236}">
                <a16:creationId xmlns:a16="http://schemas.microsoft.com/office/drawing/2014/main" id="{1BFE31F5-540A-BE6E-7F6A-3746970A01C1}"/>
              </a:ext>
            </a:extLst>
          </p:cNvPr>
          <p:cNvSpPr/>
          <p:nvPr/>
        </p:nvSpPr>
        <p:spPr>
          <a:xfrm>
            <a:off x="8276895" y="3119407"/>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Sensor Interface</a:t>
            </a:r>
          </a:p>
        </p:txBody>
      </p:sp>
      <p:sp>
        <p:nvSpPr>
          <p:cNvPr id="17" name="Rectangle 16">
            <a:extLst>
              <a:ext uri="{FF2B5EF4-FFF2-40B4-BE49-F238E27FC236}">
                <a16:creationId xmlns:a16="http://schemas.microsoft.com/office/drawing/2014/main" id="{7F7B505C-7ECE-0D90-9B1D-EBD93B912392}"/>
              </a:ext>
            </a:extLst>
          </p:cNvPr>
          <p:cNvSpPr/>
          <p:nvPr/>
        </p:nvSpPr>
        <p:spPr>
          <a:xfrm>
            <a:off x="8276895" y="4041370"/>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#1</a:t>
            </a:r>
            <a:endParaRPr lang="en-US" sz="1400" kern="0">
              <a:solidFill>
                <a:srgbClr val="FFFFFF"/>
              </a:solidFill>
              <a:latin typeface="+mn-lt"/>
              <a:ea typeface="ＭＳ Ｐゴシック"/>
              <a:cs typeface="Calibri"/>
            </a:endParaRPr>
          </a:p>
        </p:txBody>
      </p:sp>
      <p:sp>
        <p:nvSpPr>
          <p:cNvPr id="18" name="TextBox 17">
            <a:extLst>
              <a:ext uri="{FF2B5EF4-FFF2-40B4-BE49-F238E27FC236}">
                <a16:creationId xmlns:a16="http://schemas.microsoft.com/office/drawing/2014/main" id="{6E7F4D3A-E332-2E5D-AC85-6B520774E3F3}"/>
              </a:ext>
            </a:extLst>
          </p:cNvPr>
          <p:cNvSpPr txBox="1"/>
          <p:nvPr/>
        </p:nvSpPr>
        <p:spPr>
          <a:xfrm>
            <a:off x="7556748" y="1518071"/>
            <a:ext cx="3530644" cy="221599"/>
          </a:xfrm>
          <a:prstGeom prst="rect">
            <a:avLst/>
          </a:prstGeom>
          <a:noFill/>
        </p:spPr>
        <p:txBody>
          <a:bodyPr wrap="square" lIns="0" tIns="0" rIns="0" bIns="0" rtlCol="0">
            <a:spAutoFit/>
          </a:bodyPr>
          <a:lstStyle/>
          <a:p>
            <a:pPr marL="0" marR="0" lvl="0" indent="0" defTabSz="914400" rtl="0" eaLnBrk="1" fontAlgn="base" latinLnBrk="0" hangingPunct="1">
              <a:lnSpc>
                <a:spcPct val="90000"/>
              </a:lnSpc>
              <a:spcBef>
                <a:spcPts val="0"/>
              </a:spcBef>
              <a:spcAft>
                <a:spcPts val="600"/>
              </a:spcAft>
              <a:buClrTx/>
              <a:buSzTx/>
              <a:buFont typeface="Arial" panose="020B0604020202020204" pitchFamily="34" charset="0"/>
              <a:buNone/>
              <a:tabLst/>
              <a:defRPr/>
            </a:pPr>
            <a:r>
              <a:rPr lang="en-US" sz="1600" b="1" dirty="0">
                <a:solidFill>
                  <a:schemeClr val="tx1">
                    <a:lumMod val="65000"/>
                    <a:lumOff val="35000"/>
                  </a:schemeClr>
                </a:solidFill>
                <a:latin typeface="Calibri"/>
              </a:rPr>
              <a:t>Arm Virtual Hardware (AVH-FVP)</a:t>
            </a:r>
            <a:endParaRPr kumimoji="0" lang="en-US" sz="1600" b="1" u="none" strike="noStrike" kern="1200" cap="none" spc="0" normalizeH="0" baseline="0" noProof="0" dirty="0">
              <a:ln>
                <a:noFill/>
              </a:ln>
              <a:solidFill>
                <a:schemeClr val="tx1">
                  <a:lumMod val="65000"/>
                  <a:lumOff val="35000"/>
                </a:schemeClr>
              </a:solidFill>
              <a:effectLst/>
              <a:uLnTx/>
              <a:uFillTx/>
              <a:latin typeface="Calibri"/>
              <a:ea typeface="ＭＳ Ｐゴシック" panose="020B0600070205080204" pitchFamily="34" charset="-128"/>
              <a:cs typeface="+mn-cs"/>
            </a:endParaRPr>
          </a:p>
        </p:txBody>
      </p:sp>
      <p:sp>
        <p:nvSpPr>
          <p:cNvPr id="23" name="Rectangle 22">
            <a:extLst>
              <a:ext uri="{FF2B5EF4-FFF2-40B4-BE49-F238E27FC236}">
                <a16:creationId xmlns:a16="http://schemas.microsoft.com/office/drawing/2014/main" id="{7FB3BAD2-B518-4EDA-46AF-077AA0E893EF}"/>
              </a:ext>
            </a:extLst>
          </p:cNvPr>
          <p:cNvSpPr/>
          <p:nvPr/>
        </p:nvSpPr>
        <p:spPr>
          <a:xfrm>
            <a:off x="8276895" y="1934675"/>
            <a:ext cx="2844316" cy="584860"/>
          </a:xfrm>
          <a:prstGeom prst="rect">
            <a:avLst/>
          </a:prstGeom>
          <a:solidFill>
            <a:schemeClr val="accent3">
              <a:lumMod val="75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Algorithm under Development</a:t>
            </a:r>
          </a:p>
        </p:txBody>
      </p:sp>
      <p:sp>
        <p:nvSpPr>
          <p:cNvPr id="25" name="Down Arrow 26">
            <a:extLst>
              <a:ext uri="{FF2B5EF4-FFF2-40B4-BE49-F238E27FC236}">
                <a16:creationId xmlns:a16="http://schemas.microsoft.com/office/drawing/2014/main" id="{EB30945D-5703-60AE-465D-BEBD921DADFC}"/>
              </a:ext>
            </a:extLst>
          </p:cNvPr>
          <p:cNvSpPr/>
          <p:nvPr/>
        </p:nvSpPr>
        <p:spPr>
          <a:xfrm rot="10800000">
            <a:off x="8572775" y="253393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0" name="Down Arrow 26">
            <a:extLst>
              <a:ext uri="{FF2B5EF4-FFF2-40B4-BE49-F238E27FC236}">
                <a16:creationId xmlns:a16="http://schemas.microsoft.com/office/drawing/2014/main" id="{501A8498-EE9F-FCFC-813B-F6919DD66191}"/>
              </a:ext>
            </a:extLst>
          </p:cNvPr>
          <p:cNvSpPr/>
          <p:nvPr/>
        </p:nvSpPr>
        <p:spPr>
          <a:xfrm rot="10800000">
            <a:off x="10055315" y="3703320"/>
            <a:ext cx="752474" cy="518907"/>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1" name="Rectangle 30">
            <a:extLst>
              <a:ext uri="{FF2B5EF4-FFF2-40B4-BE49-F238E27FC236}">
                <a16:creationId xmlns:a16="http://schemas.microsoft.com/office/drawing/2014/main" id="{17A7F578-0DAA-08C6-4FAF-3B7BFDC106C7}"/>
              </a:ext>
            </a:extLst>
          </p:cNvPr>
          <p:cNvSpPr/>
          <p:nvPr/>
        </p:nvSpPr>
        <p:spPr>
          <a:xfrm>
            <a:off x="9756612" y="3118104"/>
            <a:ext cx="1364599" cy="584860"/>
          </a:xfrm>
          <a:prstGeom prst="rect">
            <a:avLst/>
          </a:prstGeom>
          <a:solidFill>
            <a:srgbClr val="4E5584"/>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VSI Audio</a:t>
            </a:r>
            <a:br>
              <a:rPr lang="en-US" sz="1400" kern="0">
                <a:solidFill>
                  <a:srgbClr val="FFFFFF"/>
                </a:solidFill>
                <a:latin typeface="+mn-lt"/>
                <a:ea typeface="ＭＳ Ｐゴシック"/>
              </a:rPr>
            </a:br>
            <a:r>
              <a:rPr lang="en-US" sz="1400" kern="0">
                <a:solidFill>
                  <a:srgbClr val="FFFFFF"/>
                </a:solidFill>
                <a:latin typeface="+mn-lt"/>
                <a:ea typeface="ＭＳ Ｐゴシック"/>
              </a:rPr>
              <a:t>Interface</a:t>
            </a:r>
          </a:p>
        </p:txBody>
      </p:sp>
      <p:sp>
        <p:nvSpPr>
          <p:cNvPr id="32" name="Rectangle 31">
            <a:extLst>
              <a:ext uri="{FF2B5EF4-FFF2-40B4-BE49-F238E27FC236}">
                <a16:creationId xmlns:a16="http://schemas.microsoft.com/office/drawing/2014/main" id="{AEA087F2-E796-807A-41C1-461D85BB11D3}"/>
              </a:ext>
            </a:extLst>
          </p:cNvPr>
          <p:cNvSpPr/>
          <p:nvPr/>
        </p:nvSpPr>
        <p:spPr>
          <a:xfrm>
            <a:off x="9756612" y="4041648"/>
            <a:ext cx="1364599" cy="445644"/>
          </a:xfrm>
          <a:prstGeom prst="rect">
            <a:avLst/>
          </a:prstGeom>
          <a:solidFill>
            <a:schemeClr val="accent5">
              <a:lumMod val="50000"/>
            </a:schemeClr>
          </a:solidFill>
          <a:ln w="9525" cap="flat" cmpd="sng" algn="ctr">
            <a:noFill/>
            <a:prstDash val="solid"/>
          </a:ln>
          <a:effectLst/>
        </p:spPr>
        <p:txBody>
          <a:bodyPr lIns="35985" tIns="45699" rIns="35985" bIns="45699" rtlCol="0" anchor="ctr"/>
          <a:lstStyle/>
          <a:p>
            <a:pPr algn="ctr" defTabSz="456936" eaLnBrk="1" fontAlgn="auto" hangingPunct="1">
              <a:spcBef>
                <a:spcPts val="0"/>
              </a:spcBef>
              <a:spcAft>
                <a:spcPts val="0"/>
              </a:spcAft>
              <a:defRPr/>
            </a:pPr>
            <a:r>
              <a:rPr lang="en-US" sz="1400" kern="0">
                <a:solidFill>
                  <a:srgbClr val="FFFFFF"/>
                </a:solidFill>
                <a:latin typeface="+mn-lt"/>
                <a:ea typeface="ＭＳ Ｐゴシック"/>
              </a:rPr>
              <a:t>Virtual Streaming Interface #2</a:t>
            </a:r>
            <a:endParaRPr lang="en-US" sz="1400" kern="0">
              <a:solidFill>
                <a:srgbClr val="FFFFFF"/>
              </a:solidFill>
              <a:latin typeface="+mn-lt"/>
              <a:ea typeface="ＭＳ Ｐゴシック"/>
              <a:cs typeface="Calibri"/>
            </a:endParaRPr>
          </a:p>
        </p:txBody>
      </p:sp>
      <p:sp>
        <p:nvSpPr>
          <p:cNvPr id="35" name="Down Arrow 26">
            <a:extLst>
              <a:ext uri="{FF2B5EF4-FFF2-40B4-BE49-F238E27FC236}">
                <a16:creationId xmlns:a16="http://schemas.microsoft.com/office/drawing/2014/main" id="{E0947B19-8EBB-7498-3DF2-9E7F02D287EC}"/>
              </a:ext>
            </a:extLst>
          </p:cNvPr>
          <p:cNvSpPr/>
          <p:nvPr/>
        </p:nvSpPr>
        <p:spPr>
          <a:xfrm rot="10800000">
            <a:off x="10052492" y="2530800"/>
            <a:ext cx="752474" cy="584861"/>
          </a:xfrm>
          <a:prstGeom prst="downArrow">
            <a:avLst>
              <a:gd name="adj1" fmla="val 50000"/>
              <a:gd name="adj2" fmla="val 21225"/>
            </a:avLst>
          </a:prstGeom>
          <a:solidFill>
            <a:schemeClr val="accent1"/>
          </a:solidFill>
          <a:ln w="9525" cap="flat" cmpd="sng" algn="ctr">
            <a:noFill/>
            <a:prstDash val="solid"/>
          </a:ln>
          <a:effectLst/>
        </p:spPr>
        <p:txBody>
          <a:bodyPr lIns="91396" tIns="45699" rIns="91396" bIns="45699" rtlCol="0" anchor="ctr"/>
          <a:lstStyle/>
          <a:p>
            <a:pPr algn="ctr" defTabSz="456936" eaLnBrk="1" fontAlgn="auto" hangingPunct="1">
              <a:spcBef>
                <a:spcPts val="0"/>
              </a:spcBef>
              <a:spcAft>
                <a:spcPts val="0"/>
              </a:spcAft>
              <a:defRPr/>
            </a:pPr>
            <a:endParaRPr lang="en-GB" sz="1467" kern="0">
              <a:solidFill>
                <a:srgbClr val="FFFFFF"/>
              </a:solidFill>
              <a:latin typeface="+mn-lt"/>
            </a:endParaRPr>
          </a:p>
        </p:txBody>
      </p:sp>
      <p:sp>
        <p:nvSpPr>
          <p:cNvPr id="36" name="Flowchart: Multidocument 35">
            <a:extLst>
              <a:ext uri="{FF2B5EF4-FFF2-40B4-BE49-F238E27FC236}">
                <a16:creationId xmlns:a16="http://schemas.microsoft.com/office/drawing/2014/main" id="{014E8722-ADC5-9101-EC42-FAF43480BADD}"/>
              </a:ext>
            </a:extLst>
          </p:cNvPr>
          <p:cNvSpPr/>
          <p:nvPr/>
        </p:nvSpPr>
        <p:spPr>
          <a:xfrm>
            <a:off x="8173837" y="4909971"/>
            <a:ext cx="1490109"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gyroscope.</a:t>
            </a:r>
            <a:r>
              <a:rPr lang="en-US" sz="1200" dirty="0">
                <a:solidFill>
                  <a:schemeClr val="bg2">
                    <a:lumMod val="25000"/>
                  </a:schemeClr>
                </a:solidFill>
                <a:latin typeface="Calibri"/>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7" name="Flowchart: Multidocument 36">
            <a:extLst>
              <a:ext uri="{FF2B5EF4-FFF2-40B4-BE49-F238E27FC236}">
                <a16:creationId xmlns:a16="http://schemas.microsoft.com/office/drawing/2014/main" id="{6283D8F6-734B-7E5C-504B-E90F4F25A4E5}"/>
              </a:ext>
            </a:extLst>
          </p:cNvPr>
          <p:cNvSpPr/>
          <p:nvPr/>
        </p:nvSpPr>
        <p:spPr>
          <a:xfrm>
            <a:off x="9756612" y="4909971"/>
            <a:ext cx="1540914" cy="926007"/>
          </a:xfrm>
          <a:prstGeom prst="flowChartMultidocument">
            <a:avLst/>
          </a:prstGeom>
          <a:solidFill>
            <a:schemeClr val="bg1"/>
          </a:solid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lang="en-US" sz="1400" dirty="0">
                <a:solidFill>
                  <a:schemeClr val="bg2">
                    <a:lumMod val="25000"/>
                  </a:schemeClr>
                </a:solidFill>
                <a:latin typeface="Calibri"/>
              </a:rPr>
              <a:t>SDS Data Files</a:t>
            </a:r>
          </a:p>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microphone.*.</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endParaRPr kumimoji="0" lang="en-GB"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38" name="Arrow: Down 37">
            <a:extLst>
              <a:ext uri="{FF2B5EF4-FFF2-40B4-BE49-F238E27FC236}">
                <a16:creationId xmlns:a16="http://schemas.microsoft.com/office/drawing/2014/main" id="{D0AAAC15-4169-9C9E-C2F4-A52102DBEF9A}"/>
              </a:ext>
            </a:extLst>
          </p:cNvPr>
          <p:cNvSpPr/>
          <p:nvPr/>
        </p:nvSpPr>
        <p:spPr>
          <a:xfrm flipV="1">
            <a:off x="10343564" y="4489704"/>
            <a:ext cx="190693" cy="420624"/>
          </a:xfrm>
          <a:prstGeom prst="downArrow">
            <a:avLst>
              <a:gd name="adj1" fmla="val 50000"/>
              <a:gd name="adj2"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Arrow: Down 44">
            <a:extLst>
              <a:ext uri="{FF2B5EF4-FFF2-40B4-BE49-F238E27FC236}">
                <a16:creationId xmlns:a16="http://schemas.microsoft.com/office/drawing/2014/main" id="{AD4AA5AF-2530-B2FC-446D-C085612059E6}"/>
              </a:ext>
            </a:extLst>
          </p:cNvPr>
          <p:cNvSpPr/>
          <p:nvPr/>
        </p:nvSpPr>
        <p:spPr>
          <a:xfrm flipV="1">
            <a:off x="8864646" y="4486061"/>
            <a:ext cx="190693" cy="423909"/>
          </a:xfrm>
          <a:prstGeom prst="down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Arrow: Left-Right 55">
            <a:extLst>
              <a:ext uri="{FF2B5EF4-FFF2-40B4-BE49-F238E27FC236}">
                <a16:creationId xmlns:a16="http://schemas.microsoft.com/office/drawing/2014/main" id="{277C2BF9-4D21-A639-3A36-A78E78E80E44}"/>
              </a:ext>
            </a:extLst>
          </p:cNvPr>
          <p:cNvSpPr/>
          <p:nvPr/>
        </p:nvSpPr>
        <p:spPr>
          <a:xfrm>
            <a:off x="4119837" y="1871184"/>
            <a:ext cx="3530644" cy="698436"/>
          </a:xfrm>
          <a:prstGeom prst="leftRightArrow">
            <a:avLst>
              <a:gd name="adj1" fmla="val 65798"/>
              <a:gd name="adj2" fmla="val 35815"/>
            </a:avLst>
          </a:prstGeom>
          <a:solidFill>
            <a:schemeClr val="accent3">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i="1">
                <a:solidFill>
                  <a:schemeClr val="accent6">
                    <a:lumMod val="75000"/>
                  </a:schemeClr>
                </a:solidFill>
              </a:rPr>
              <a:t>Same algorithm is verified on</a:t>
            </a:r>
            <a:br>
              <a:rPr lang="en-US" sz="1400" i="1">
                <a:solidFill>
                  <a:schemeClr val="accent6">
                    <a:lumMod val="75000"/>
                  </a:schemeClr>
                </a:solidFill>
              </a:rPr>
            </a:br>
            <a:r>
              <a:rPr lang="en-US" sz="1400" i="1">
                <a:solidFill>
                  <a:schemeClr val="accent6">
                    <a:lumMod val="75000"/>
                  </a:schemeClr>
                </a:solidFill>
              </a:rPr>
              <a:t> precise processor simulation model</a:t>
            </a:r>
          </a:p>
        </p:txBody>
      </p:sp>
    </p:spTree>
    <p:extLst>
      <p:ext uri="{BB962C8B-B14F-4D97-AF65-F5344CB8AC3E}">
        <p14:creationId xmlns:p14="http://schemas.microsoft.com/office/powerpoint/2010/main" val="318206015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D246AE9B-BDB7-18DF-BD31-EC39CDD4B817}"/>
              </a:ext>
            </a:extLst>
          </p:cNvPr>
          <p:cNvSpPr/>
          <p:nvPr/>
        </p:nvSpPr>
        <p:spPr>
          <a:xfrm>
            <a:off x="323850" y="4428848"/>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TextBox 27">
            <a:extLst>
              <a:ext uri="{FF2B5EF4-FFF2-40B4-BE49-F238E27FC236}">
                <a16:creationId xmlns:a16="http://schemas.microsoft.com/office/drawing/2014/main" id="{B8C900ED-6746-F846-D1B1-5F96E64F1387}"/>
              </a:ext>
            </a:extLst>
          </p:cNvPr>
          <p:cNvSpPr txBox="1"/>
          <p:nvPr/>
        </p:nvSpPr>
        <p:spPr>
          <a:xfrm>
            <a:off x="479425" y="4518774"/>
            <a:ext cx="2016125"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I/O via blocking devices (</a:t>
            </a:r>
            <a:r>
              <a:rPr lang="en-US" sz="1600" kern="1200" err="1">
                <a:solidFill>
                  <a:schemeClr val="tx2"/>
                </a:solidFill>
                <a:latin typeface="+mn-lt"/>
                <a:ea typeface="+mn-ea"/>
                <a:cs typeface="+mn-cs"/>
              </a:rPr>
              <a:t>fread</a:t>
            </a:r>
            <a:r>
              <a:rPr lang="en-US" sz="1600" kern="1200">
                <a:solidFill>
                  <a:schemeClr val="tx2"/>
                </a:solidFill>
                <a:latin typeface="+mn-lt"/>
                <a:ea typeface="+mn-ea"/>
                <a:cs typeface="+mn-cs"/>
              </a:rPr>
              <a:t>, </a:t>
            </a:r>
            <a:r>
              <a:rPr lang="en-US" sz="1600" kern="1200" err="1">
                <a:solidFill>
                  <a:schemeClr val="tx2"/>
                </a:solidFill>
                <a:latin typeface="+mn-lt"/>
                <a:ea typeface="+mn-ea"/>
                <a:cs typeface="+mn-cs"/>
              </a:rPr>
              <a:t>fwrite</a:t>
            </a:r>
            <a:r>
              <a:rPr lang="en-US" sz="1600" kern="1200">
                <a:solidFill>
                  <a:schemeClr val="tx2"/>
                </a:solidFill>
                <a:latin typeface="+mn-lt"/>
                <a:ea typeface="+mn-ea"/>
                <a:cs typeface="+mn-cs"/>
              </a:rPr>
              <a:t>)</a:t>
            </a:r>
          </a:p>
        </p:txBody>
      </p:sp>
      <p:sp>
        <p:nvSpPr>
          <p:cNvPr id="25" name="Rectangle 24">
            <a:extLst>
              <a:ext uri="{FF2B5EF4-FFF2-40B4-BE49-F238E27FC236}">
                <a16:creationId xmlns:a16="http://schemas.microsoft.com/office/drawing/2014/main" id="{9E747376-006D-4772-DCB5-355E5A59BCB4}"/>
              </a:ext>
            </a:extLst>
          </p:cNvPr>
          <p:cNvSpPr/>
          <p:nvPr/>
        </p:nvSpPr>
        <p:spPr>
          <a:xfrm>
            <a:off x="323850" y="3344401"/>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TextBox 25">
            <a:extLst>
              <a:ext uri="{FF2B5EF4-FFF2-40B4-BE49-F238E27FC236}">
                <a16:creationId xmlns:a16="http://schemas.microsoft.com/office/drawing/2014/main" id="{490BA77F-6DB3-8A54-7183-8DBDEA524476}"/>
              </a:ext>
            </a:extLst>
          </p:cNvPr>
          <p:cNvSpPr txBox="1"/>
          <p:nvPr/>
        </p:nvSpPr>
        <p:spPr>
          <a:xfrm>
            <a:off x="479424" y="3434327"/>
            <a:ext cx="2435225" cy="664797"/>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dirty="0">
                <a:solidFill>
                  <a:schemeClr val="tx2"/>
                </a:solidFill>
                <a:latin typeface="+mn-lt"/>
                <a:ea typeface="+mn-ea"/>
                <a:cs typeface="+mn-cs"/>
              </a:rPr>
              <a:t>Data Recording via </a:t>
            </a:r>
            <a:br>
              <a:rPr lang="en-US" sz="1600" kern="1200" dirty="0">
                <a:solidFill>
                  <a:schemeClr val="tx2"/>
                </a:solidFill>
                <a:latin typeface="+mn-lt"/>
                <a:ea typeface="+mn-ea"/>
                <a:cs typeface="+mn-cs"/>
              </a:rPr>
            </a:br>
            <a:r>
              <a:rPr lang="en-US" sz="1600" kern="1200" dirty="0">
                <a:solidFill>
                  <a:schemeClr val="tx2"/>
                </a:solidFill>
                <a:latin typeface="+mn-lt"/>
                <a:ea typeface="+mn-ea"/>
                <a:cs typeface="+mn-cs"/>
              </a:rPr>
              <a:t>File I/O</a:t>
            </a:r>
            <a:r>
              <a:rPr lang="en-US" sz="1600" kern="1200">
                <a:solidFill>
                  <a:schemeClr val="tx2"/>
                </a:solidFill>
                <a:latin typeface="+mn-lt"/>
                <a:ea typeface="+mn-ea"/>
                <a:cs typeface="+mn-cs"/>
              </a:rPr>
              <a:t>, Serial, </a:t>
            </a:r>
            <a:r>
              <a:rPr lang="en-US" sz="1600" kern="1200" dirty="0">
                <a:solidFill>
                  <a:schemeClr val="tx2"/>
                </a:solidFill>
                <a:latin typeface="+mn-lt"/>
                <a:ea typeface="+mn-ea"/>
                <a:cs typeface="+mn-cs"/>
              </a:rPr>
              <a:t>Socket</a:t>
            </a:r>
            <a:br>
              <a:rPr lang="en-US" sz="1600" kern="1200" dirty="0">
                <a:solidFill>
                  <a:schemeClr val="tx2"/>
                </a:solidFill>
                <a:latin typeface="+mn-lt"/>
                <a:ea typeface="+mn-ea"/>
                <a:cs typeface="+mn-cs"/>
              </a:rPr>
            </a:br>
            <a:endParaRPr lang="en-US" sz="1600" kern="1200" dirty="0">
              <a:solidFill>
                <a:schemeClr val="tx2"/>
              </a:solidFill>
              <a:latin typeface="+mn-lt"/>
              <a:ea typeface="+mn-ea"/>
              <a:cs typeface="+mn-cs"/>
            </a:endParaRPr>
          </a:p>
        </p:txBody>
      </p:sp>
      <p:sp>
        <p:nvSpPr>
          <p:cNvPr id="24" name="Rectangle 23">
            <a:extLst>
              <a:ext uri="{FF2B5EF4-FFF2-40B4-BE49-F238E27FC236}">
                <a16:creationId xmlns:a16="http://schemas.microsoft.com/office/drawing/2014/main" id="{DB4052FA-78A8-D32C-99AB-6C5B14C0717C}"/>
              </a:ext>
            </a:extLst>
          </p:cNvPr>
          <p:cNvSpPr/>
          <p:nvPr/>
        </p:nvSpPr>
        <p:spPr>
          <a:xfrm>
            <a:off x="323850" y="2257425"/>
            <a:ext cx="5949952" cy="84465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FB778E8-2E31-E640-B76E-AC1AA4820F06}"/>
              </a:ext>
            </a:extLst>
          </p:cNvPr>
          <p:cNvSpPr>
            <a:spLocks noGrp="1"/>
          </p:cNvSpPr>
          <p:nvPr>
            <p:ph type="title"/>
          </p:nvPr>
        </p:nvSpPr>
        <p:spPr/>
        <p:txBody>
          <a:bodyPr/>
          <a:lstStyle/>
          <a:p>
            <a:r>
              <a:rPr lang="en-US"/>
              <a:t>SDS Data Buffer and Stream Interface</a:t>
            </a:r>
          </a:p>
        </p:txBody>
      </p:sp>
      <p:sp>
        <p:nvSpPr>
          <p:cNvPr id="3" name="Text Placeholder 2">
            <a:extLst>
              <a:ext uri="{FF2B5EF4-FFF2-40B4-BE49-F238E27FC236}">
                <a16:creationId xmlns:a16="http://schemas.microsoft.com/office/drawing/2014/main" id="{841B294D-61A2-15EE-668E-517678D4D2DE}"/>
              </a:ext>
            </a:extLst>
          </p:cNvPr>
          <p:cNvSpPr>
            <a:spLocks noGrp="1"/>
          </p:cNvSpPr>
          <p:nvPr>
            <p:ph type="body" sz="quarter" idx="13"/>
          </p:nvPr>
        </p:nvSpPr>
        <p:spPr/>
        <p:txBody>
          <a:bodyPr/>
          <a:lstStyle/>
          <a:p>
            <a:endParaRPr lang="en-US"/>
          </a:p>
        </p:txBody>
      </p:sp>
      <p:sp>
        <p:nvSpPr>
          <p:cNvPr id="8" name="Rectangle 7">
            <a:extLst>
              <a:ext uri="{FF2B5EF4-FFF2-40B4-BE49-F238E27FC236}">
                <a16:creationId xmlns:a16="http://schemas.microsoft.com/office/drawing/2014/main" id="{E263AC06-A9A7-75A6-AD0F-6C725E4DC4C6}"/>
              </a:ext>
            </a:extLst>
          </p:cNvPr>
          <p:cNvSpPr/>
          <p:nvPr/>
        </p:nvSpPr>
        <p:spPr>
          <a:xfrm>
            <a:off x="8400531" y="3344547"/>
            <a:ext cx="1308096" cy="844650"/>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Circular Data Buffers</a:t>
            </a:r>
          </a:p>
        </p:txBody>
      </p:sp>
      <p:sp>
        <p:nvSpPr>
          <p:cNvPr id="9" name="Rectangle 8">
            <a:extLst>
              <a:ext uri="{FF2B5EF4-FFF2-40B4-BE49-F238E27FC236}">
                <a16:creationId xmlns:a16="http://schemas.microsoft.com/office/drawing/2014/main" id="{F4BD4D46-29C9-E324-B874-756C9D3C1C50}"/>
              </a:ext>
            </a:extLst>
          </p:cNvPr>
          <p:cNvSpPr/>
          <p:nvPr/>
        </p:nvSpPr>
        <p:spPr>
          <a:xfrm>
            <a:off x="6515100" y="3344547"/>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sds_buffer.</a:t>
            </a:r>
            <a:r>
              <a:rPr lang="en-US" sz="1600" err="1"/>
              <a:t>h</a:t>
            </a:r>
            <a:br>
              <a:rPr lang="en-US" sz="1600"/>
            </a:br>
            <a:r>
              <a:rPr lang="en-US" sz="1200"/>
              <a:t>Circular Buffer Handling</a:t>
            </a:r>
          </a:p>
        </p:txBody>
      </p:sp>
      <p:sp>
        <p:nvSpPr>
          <p:cNvPr id="10" name="Rectangle 9">
            <a:extLst>
              <a:ext uri="{FF2B5EF4-FFF2-40B4-BE49-F238E27FC236}">
                <a16:creationId xmlns:a16="http://schemas.microsoft.com/office/drawing/2014/main" id="{8493B056-B0D5-7C8F-A303-D0F320A407DF}"/>
              </a:ext>
            </a:extLst>
          </p:cNvPr>
          <p:cNvSpPr/>
          <p:nvPr/>
        </p:nvSpPr>
        <p:spPr>
          <a:xfrm>
            <a:off x="4648200" y="4431669"/>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a:t>sdsio.h</a:t>
            </a:r>
            <a:br>
              <a:rPr lang="en-US" sz="1600" dirty="0"/>
            </a:br>
            <a:r>
              <a:rPr lang="en-US" sz="1200" dirty="0"/>
              <a:t>Blocking R/W Interface</a:t>
            </a:r>
            <a:br>
              <a:rPr lang="en-US" sz="1200" dirty="0"/>
            </a:br>
            <a:r>
              <a:rPr lang="en-US" sz="1200" dirty="0"/>
              <a:t>(i.e. file I/O)</a:t>
            </a:r>
          </a:p>
        </p:txBody>
      </p:sp>
      <p:sp>
        <p:nvSpPr>
          <p:cNvPr id="11" name="Rectangle 10">
            <a:extLst>
              <a:ext uri="{FF2B5EF4-FFF2-40B4-BE49-F238E27FC236}">
                <a16:creationId xmlns:a16="http://schemas.microsoft.com/office/drawing/2014/main" id="{AB8DF9BF-F859-86EE-5E99-149B23268ECB}"/>
              </a:ext>
            </a:extLst>
          </p:cNvPr>
          <p:cNvSpPr/>
          <p:nvPr/>
        </p:nvSpPr>
        <p:spPr>
          <a:xfrm>
            <a:off x="4648200" y="3344547"/>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p>
          <a:p>
            <a:pPr algn="ctr"/>
            <a:r>
              <a:rPr lang="en-US" sz="800"/>
              <a:t>in write mode</a:t>
            </a:r>
          </a:p>
        </p:txBody>
      </p:sp>
      <p:sp>
        <p:nvSpPr>
          <p:cNvPr id="12" name="Rectangle 11">
            <a:extLst>
              <a:ext uri="{FF2B5EF4-FFF2-40B4-BE49-F238E27FC236}">
                <a16:creationId xmlns:a16="http://schemas.microsoft.com/office/drawing/2014/main" id="{A70BB772-5504-D875-659E-BB1BB290EEEA}"/>
              </a:ext>
            </a:extLst>
          </p:cNvPr>
          <p:cNvSpPr/>
          <p:nvPr/>
        </p:nvSpPr>
        <p:spPr>
          <a:xfrm>
            <a:off x="4648200" y="2257425"/>
            <a:ext cx="1625602"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a:t>
            </a:r>
            <a:r>
              <a:rPr lang="en-US" sz="1600" err="1"/>
              <a:t>h</a:t>
            </a:r>
            <a:br>
              <a:rPr lang="en-US" sz="1600"/>
            </a:br>
            <a:r>
              <a:rPr lang="en-US" sz="1200"/>
              <a:t>Data Stream Interface</a:t>
            </a:r>
            <a:br>
              <a:rPr lang="en-US" sz="1200"/>
            </a:br>
            <a:r>
              <a:rPr lang="en-US" sz="800"/>
              <a:t>in read mode</a:t>
            </a:r>
          </a:p>
        </p:txBody>
      </p:sp>
      <p:sp>
        <p:nvSpPr>
          <p:cNvPr id="14" name="Flowchart: Multidocument 13">
            <a:extLst>
              <a:ext uri="{FF2B5EF4-FFF2-40B4-BE49-F238E27FC236}">
                <a16:creationId xmlns:a16="http://schemas.microsoft.com/office/drawing/2014/main" id="{1AD63602-867A-A1BE-E147-DFD466A0FBE9}"/>
              </a:ext>
            </a:extLst>
          </p:cNvPr>
          <p:cNvSpPr/>
          <p:nvPr/>
        </p:nvSpPr>
        <p:spPr>
          <a:xfrm>
            <a:off x="2730020" y="33445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17" name="Arrow: Right 16">
            <a:extLst>
              <a:ext uri="{FF2B5EF4-FFF2-40B4-BE49-F238E27FC236}">
                <a16:creationId xmlns:a16="http://schemas.microsoft.com/office/drawing/2014/main" id="{132C0BA8-0769-3A57-E9ED-0C2A12E2760A}"/>
              </a:ext>
            </a:extLst>
          </p:cNvPr>
          <p:cNvSpPr/>
          <p:nvPr/>
        </p:nvSpPr>
        <p:spPr>
          <a:xfrm rot="20046025">
            <a:off x="3869818" y="2692350"/>
            <a:ext cx="74032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Right 17">
            <a:extLst>
              <a:ext uri="{FF2B5EF4-FFF2-40B4-BE49-F238E27FC236}">
                <a16:creationId xmlns:a16="http://schemas.microsoft.com/office/drawing/2014/main" id="{7A6067DD-00A3-5395-6D91-46B9666A9A45}"/>
              </a:ext>
            </a:extLst>
          </p:cNvPr>
          <p:cNvSpPr/>
          <p:nvPr/>
        </p:nvSpPr>
        <p:spPr>
          <a:xfrm rot="10800000">
            <a:off x="4239979" y="3548687"/>
            <a:ext cx="322495" cy="344488"/>
          </a:xfrm>
          <a:prstGeom prs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Left-Right 18">
            <a:extLst>
              <a:ext uri="{FF2B5EF4-FFF2-40B4-BE49-F238E27FC236}">
                <a16:creationId xmlns:a16="http://schemas.microsoft.com/office/drawing/2014/main" id="{38265C7B-E2D7-203F-ED4F-B233C25AF95A}"/>
              </a:ext>
            </a:extLst>
          </p:cNvPr>
          <p:cNvSpPr/>
          <p:nvPr/>
        </p:nvSpPr>
        <p:spPr>
          <a:xfrm rot="1639324">
            <a:off x="3823745" y="4399893"/>
            <a:ext cx="787626" cy="344489"/>
          </a:xfrm>
          <a:prstGeom prst="leftRightArrow">
            <a:avLst/>
          </a:prstGeom>
          <a:solidFill>
            <a:schemeClr val="tx2">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lowchart: Document 21">
            <a:extLst>
              <a:ext uri="{FF2B5EF4-FFF2-40B4-BE49-F238E27FC236}">
                <a16:creationId xmlns:a16="http://schemas.microsoft.com/office/drawing/2014/main" id="{AEE4F8CE-4ED0-3075-6AE6-73F37BE47717}"/>
              </a:ext>
            </a:extLst>
          </p:cNvPr>
          <p:cNvSpPr/>
          <p:nvPr/>
        </p:nvSpPr>
        <p:spPr>
          <a:xfrm>
            <a:off x="2730020" y="5463995"/>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a:t>Meta Info</a:t>
            </a:r>
            <a:br>
              <a:rPr lang="en-US" sz="1400"/>
            </a:br>
            <a:r>
              <a:rPr lang="en-US" sz="1100"/>
              <a:t>User supplied</a:t>
            </a:r>
            <a:br>
              <a:rPr lang="en-US" sz="1400"/>
            </a:br>
            <a:r>
              <a:rPr lang="en-US" sz="1100"/>
              <a:t>‘</a:t>
            </a:r>
            <a:r>
              <a:rPr lang="en-US" sz="1100" err="1"/>
              <a:t>sensorX.sds.yml</a:t>
            </a:r>
            <a:r>
              <a:rPr lang="en-US" sz="1100"/>
              <a:t>’</a:t>
            </a:r>
            <a:endParaRPr lang="en-GB" sz="1400"/>
          </a:p>
        </p:txBody>
      </p:sp>
      <p:sp>
        <p:nvSpPr>
          <p:cNvPr id="23" name="TextBox 22">
            <a:extLst>
              <a:ext uri="{FF2B5EF4-FFF2-40B4-BE49-F238E27FC236}">
                <a16:creationId xmlns:a16="http://schemas.microsoft.com/office/drawing/2014/main" id="{1F631D3F-C128-8058-0E68-7E198839B98E}"/>
              </a:ext>
            </a:extLst>
          </p:cNvPr>
          <p:cNvSpPr txBox="1"/>
          <p:nvPr/>
        </p:nvSpPr>
        <p:spPr>
          <a:xfrm>
            <a:off x="479425" y="2347351"/>
            <a:ext cx="2178050" cy="44319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600" kern="1200">
                <a:solidFill>
                  <a:schemeClr val="tx2"/>
                </a:solidFill>
                <a:latin typeface="+mn-lt"/>
                <a:ea typeface="+mn-ea"/>
                <a:cs typeface="+mn-cs"/>
              </a:rPr>
              <a:t>Data Playback via File I/O,</a:t>
            </a:r>
            <a:br>
              <a:rPr lang="en-US" sz="1600" kern="1200">
                <a:solidFill>
                  <a:schemeClr val="tx2"/>
                </a:solidFill>
                <a:latin typeface="+mn-lt"/>
                <a:ea typeface="+mn-ea"/>
                <a:cs typeface="+mn-cs"/>
              </a:rPr>
            </a:br>
            <a:r>
              <a:rPr lang="en-US" sz="1600" kern="1200">
                <a:solidFill>
                  <a:schemeClr val="tx2"/>
                </a:solidFill>
                <a:latin typeface="+mn-lt"/>
                <a:ea typeface="+mn-ea"/>
                <a:cs typeface="+mn-cs"/>
              </a:rPr>
              <a:t>Serial, Socket, or AVH VSI</a:t>
            </a:r>
          </a:p>
        </p:txBody>
      </p:sp>
    </p:spTree>
    <p:extLst>
      <p:ext uri="{BB962C8B-B14F-4D97-AF65-F5344CB8AC3E}">
        <p14:creationId xmlns:p14="http://schemas.microsoft.com/office/powerpoint/2010/main" val="277365682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lowchart: Multidocument 6">
            <a:extLst>
              <a:ext uri="{FF2B5EF4-FFF2-40B4-BE49-F238E27FC236}">
                <a16:creationId xmlns:a16="http://schemas.microsoft.com/office/drawing/2014/main" id="{9D178475-1D09-C4AB-6B64-E395C632C67F}"/>
              </a:ext>
            </a:extLst>
          </p:cNvPr>
          <p:cNvSpPr/>
          <p:nvPr/>
        </p:nvSpPr>
        <p:spPr>
          <a:xfrm>
            <a:off x="2882420" y="3496947"/>
            <a:ext cx="1449805" cy="994375"/>
          </a:xfrm>
          <a:prstGeom prst="flowChartMultidocument">
            <a:avLst/>
          </a:prstGeom>
          <a:solidFill>
            <a:schemeClr val="accent4"/>
          </a:solid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0" fontAlgn="base" latinLnBrk="0" hangingPunct="0">
              <a:lnSpc>
                <a:spcPct val="100000"/>
              </a:lnSpc>
              <a:spcBef>
                <a:spcPct val="0"/>
              </a:spcBef>
              <a:spcAft>
                <a:spcPct val="0"/>
              </a:spcAft>
              <a:buClrTx/>
              <a:buSzTx/>
              <a:buFontTx/>
              <a:buNone/>
              <a:tabLst/>
              <a:defRPr/>
            </a:pP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a:t>
            </a:r>
            <a:r>
              <a:rPr kumimoji="0" lang="en-US" sz="1200" b="0" i="0" u="none" strike="noStrike" kern="1200" cap="none" spc="0" normalizeH="0" baseline="0" noProof="0" dirty="0" err="1">
                <a:ln>
                  <a:noFill/>
                </a:ln>
                <a:solidFill>
                  <a:schemeClr val="bg2">
                    <a:lumMod val="25000"/>
                  </a:schemeClr>
                </a:solidFill>
                <a:effectLst/>
                <a:uLnTx/>
                <a:uFillTx/>
                <a:latin typeface="Calibri"/>
                <a:ea typeface="+mn-ea"/>
                <a:cs typeface="+mn-cs"/>
              </a:rPr>
              <a:t>sds</a:t>
            </a: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 Data Files</a:t>
            </a:r>
            <a:b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br>
            <a:r>
              <a:rPr kumimoji="0" lang="en-US" sz="1200" b="0" i="0" u="none" strike="noStrike" kern="1200" cap="none" spc="0" normalizeH="0" baseline="0" noProof="0" dirty="0">
                <a:ln>
                  <a:noFill/>
                </a:ln>
                <a:solidFill>
                  <a:schemeClr val="bg2">
                    <a:lumMod val="25000"/>
                  </a:schemeClr>
                </a:solidFill>
                <a:effectLst/>
                <a:uLnTx/>
                <a:uFillTx/>
                <a:latin typeface="Calibri"/>
                <a:ea typeface="+mn-ea"/>
                <a:cs typeface="+mn-cs"/>
              </a:rPr>
              <a:t>‘s</a:t>
            </a:r>
            <a:r>
              <a:rPr lang="en-US" sz="1000" dirty="0">
                <a:solidFill>
                  <a:schemeClr val="bg2">
                    <a:lumMod val="25000"/>
                  </a:schemeClr>
                </a:solidFill>
                <a:latin typeface="Calibri"/>
              </a:rPr>
              <a:t>ensorX.0.sds’</a:t>
            </a:r>
            <a:br>
              <a:rPr lang="en-US" sz="1000" dirty="0">
                <a:solidFill>
                  <a:schemeClr val="bg2">
                    <a:lumMod val="25000"/>
                  </a:schemeClr>
                </a:solidFill>
                <a:latin typeface="Calibri"/>
              </a:rPr>
            </a:br>
            <a:r>
              <a:rPr lang="en-US" sz="1000" dirty="0">
                <a:solidFill>
                  <a:schemeClr val="bg2">
                    <a:lumMod val="25000"/>
                  </a:schemeClr>
                </a:solidFill>
                <a:latin typeface="Calibri"/>
              </a:rPr>
              <a:t>‘sensorX.1.sds’</a:t>
            </a:r>
            <a:endParaRPr kumimoji="0" lang="en-US" sz="1000" b="0" i="0" u="none" strike="noStrike" kern="1200" cap="none" spc="0" normalizeH="0" baseline="0" noProof="0" dirty="0">
              <a:ln>
                <a:noFill/>
              </a:ln>
              <a:solidFill>
                <a:schemeClr val="bg2">
                  <a:lumMod val="25000"/>
                </a:schemeClr>
              </a:solidFill>
              <a:effectLst/>
              <a:uLnTx/>
              <a:uFillTx/>
              <a:latin typeface="Calibri"/>
              <a:ea typeface="+mn-ea"/>
              <a:cs typeface="+mn-cs"/>
            </a:endParaRPr>
          </a:p>
        </p:txBody>
      </p:sp>
      <p:sp>
        <p:nvSpPr>
          <p:cNvPr id="8" name="Flowchart: Document 7">
            <a:extLst>
              <a:ext uri="{FF2B5EF4-FFF2-40B4-BE49-F238E27FC236}">
                <a16:creationId xmlns:a16="http://schemas.microsoft.com/office/drawing/2014/main" id="{2A04F68D-B2C0-BBA3-DC16-05C7B017D06D}"/>
              </a:ext>
            </a:extLst>
          </p:cNvPr>
          <p:cNvSpPr/>
          <p:nvPr/>
        </p:nvSpPr>
        <p:spPr>
          <a:xfrm>
            <a:off x="4724189" y="3496947"/>
            <a:ext cx="1235868" cy="790196"/>
          </a:xfrm>
          <a:prstGeom prst="flowChartDocument">
            <a:avLst/>
          </a:prstGeom>
          <a:solidFill>
            <a:schemeClr val="accent5">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Metadata</a:t>
            </a:r>
            <a:br>
              <a:rPr lang="en-US" sz="1400" dirty="0"/>
            </a:br>
            <a:r>
              <a:rPr lang="en-US" sz="1100" dirty="0"/>
              <a:t>User supplied</a:t>
            </a:r>
            <a:br>
              <a:rPr lang="en-US" sz="1400" dirty="0"/>
            </a:br>
            <a:r>
              <a:rPr lang="en-US" sz="1100" dirty="0"/>
              <a:t>‘</a:t>
            </a:r>
            <a:r>
              <a:rPr lang="en-US" sz="1100" dirty="0" err="1"/>
              <a:t>sensorX.sds.yml</a:t>
            </a:r>
            <a:r>
              <a:rPr lang="en-US" sz="1100" dirty="0"/>
              <a:t>’</a:t>
            </a:r>
            <a:endParaRPr lang="en-GB" sz="1400" dirty="0"/>
          </a:p>
        </p:txBody>
      </p:sp>
    </p:spTree>
    <p:extLst>
      <p:ext uri="{BB962C8B-B14F-4D97-AF65-F5344CB8AC3E}">
        <p14:creationId xmlns:p14="http://schemas.microsoft.com/office/powerpoint/2010/main" val="11683486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76CA6-D0B2-77DB-4785-10818CA7B3DD}"/>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032546-435A-8048-7D7E-D1B272474223}"/>
              </a:ext>
            </a:extLst>
          </p:cNvPr>
          <p:cNvSpPr>
            <a:spLocks noGrp="1"/>
          </p:cNvSpPr>
          <p:nvPr>
            <p:ph type="title"/>
          </p:nvPr>
        </p:nvSpPr>
        <p:spPr/>
        <p:txBody>
          <a:bodyPr/>
          <a:lstStyle/>
          <a:p>
            <a:r>
              <a:rPr lang="en-US" dirty="0"/>
              <a:t>Development Flow for Edge AI Devices</a:t>
            </a:r>
          </a:p>
        </p:txBody>
      </p:sp>
      <p:sp>
        <p:nvSpPr>
          <p:cNvPr id="59" name="Rectangle 58">
            <a:extLst>
              <a:ext uri="{FF2B5EF4-FFF2-40B4-BE49-F238E27FC236}">
                <a16:creationId xmlns:a16="http://schemas.microsoft.com/office/drawing/2014/main" id="{D8761BE7-0AD3-1614-6EBE-C5E34707A61E}"/>
              </a:ext>
            </a:extLst>
          </p:cNvPr>
          <p:cNvSpPr/>
          <p:nvPr/>
        </p:nvSpPr>
        <p:spPr>
          <a:xfrm>
            <a:off x="1074670" y="1623700"/>
            <a:ext cx="6071917"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64" name="Straight Arrow Connector 63">
            <a:extLst>
              <a:ext uri="{FF2B5EF4-FFF2-40B4-BE49-F238E27FC236}">
                <a16:creationId xmlns:a16="http://schemas.microsoft.com/office/drawing/2014/main" id="{8A78BCC3-9520-DBFC-27B6-EF3D00026B09}"/>
              </a:ext>
            </a:extLst>
          </p:cNvPr>
          <p:cNvCxnSpPr>
            <a:cxnSpLocks/>
            <a:endCxn id="106" idx="1"/>
          </p:cNvCxnSpPr>
          <p:nvPr/>
        </p:nvCxnSpPr>
        <p:spPr>
          <a:xfrm flipV="1">
            <a:off x="2108955" y="2070265"/>
            <a:ext cx="676798" cy="7662"/>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E24C1942-1867-C495-1820-8DFDEDCBA6A0}"/>
              </a:ext>
            </a:extLst>
          </p:cNvPr>
          <p:cNvCxnSpPr>
            <a:cxnSpLocks/>
            <a:stCxn id="106" idx="3"/>
            <a:endCxn id="107" idx="1"/>
          </p:cNvCxnSpPr>
          <p:nvPr/>
        </p:nvCxnSpPr>
        <p:spPr>
          <a:xfrm>
            <a:off x="3757753" y="2070265"/>
            <a:ext cx="691309" cy="499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82D991F4-3280-91AD-61A6-F6469A7F9A44}"/>
              </a:ext>
            </a:extLst>
          </p:cNvPr>
          <p:cNvCxnSpPr>
            <a:cxnSpLocks/>
            <a:stCxn id="107" idx="3"/>
            <a:endCxn id="108" idx="1"/>
          </p:cNvCxnSpPr>
          <p:nvPr/>
        </p:nvCxnSpPr>
        <p:spPr>
          <a:xfrm flipV="1">
            <a:off x="5352382" y="2068496"/>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67" name="Straight Arrow Connector 66">
            <a:extLst>
              <a:ext uri="{FF2B5EF4-FFF2-40B4-BE49-F238E27FC236}">
                <a16:creationId xmlns:a16="http://schemas.microsoft.com/office/drawing/2014/main" id="{6A4FBB78-50A8-236B-D865-44E5916A2AA3}"/>
              </a:ext>
            </a:extLst>
          </p:cNvPr>
          <p:cNvCxnSpPr>
            <a:cxnSpLocks/>
          </p:cNvCxnSpPr>
          <p:nvPr/>
        </p:nvCxnSpPr>
        <p:spPr>
          <a:xfrm>
            <a:off x="4096777" y="2081076"/>
            <a:ext cx="4554" cy="61063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88" name="Graphic 87">
            <a:extLst>
              <a:ext uri="{FF2B5EF4-FFF2-40B4-BE49-F238E27FC236}">
                <a16:creationId xmlns:a16="http://schemas.microsoft.com/office/drawing/2014/main" id="{773727A8-2F17-0FA4-EB9A-262C7E41910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949961" y="3508248"/>
            <a:ext cx="306905" cy="391304"/>
          </a:xfrm>
          <a:prstGeom prst="rect">
            <a:avLst/>
          </a:prstGeom>
        </p:spPr>
      </p:pic>
      <p:sp>
        <p:nvSpPr>
          <p:cNvPr id="92" name="TextBox 91">
            <a:extLst>
              <a:ext uri="{FF2B5EF4-FFF2-40B4-BE49-F238E27FC236}">
                <a16:creationId xmlns:a16="http://schemas.microsoft.com/office/drawing/2014/main" id="{39E5D065-E5CB-B910-A08C-077A304F9499}"/>
              </a:ext>
            </a:extLst>
          </p:cNvPr>
          <p:cNvSpPr txBox="1"/>
          <p:nvPr/>
        </p:nvSpPr>
        <p:spPr>
          <a:xfrm>
            <a:off x="3738922" y="3954550"/>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pic>
        <p:nvPicPr>
          <p:cNvPr id="98" name="Picture 97">
            <a:extLst>
              <a:ext uri="{FF2B5EF4-FFF2-40B4-BE49-F238E27FC236}">
                <a16:creationId xmlns:a16="http://schemas.microsoft.com/office/drawing/2014/main" id="{ADC937E0-E910-26DF-673A-3559EBF9F4E9}"/>
              </a:ext>
            </a:extLst>
          </p:cNvPr>
          <p:cNvPicPr>
            <a:picLocks noChangeAspect="1"/>
          </p:cNvPicPr>
          <p:nvPr/>
        </p:nvPicPr>
        <p:blipFill>
          <a:blip r:embed="rId4"/>
          <a:stretch>
            <a:fillRect/>
          </a:stretch>
        </p:blipFill>
        <p:spPr>
          <a:xfrm>
            <a:off x="467904" y="1971359"/>
            <a:ext cx="405975" cy="194161"/>
          </a:xfrm>
          <a:prstGeom prst="rect">
            <a:avLst/>
          </a:prstGeom>
        </p:spPr>
      </p:pic>
      <p:sp>
        <p:nvSpPr>
          <p:cNvPr id="101" name="TextBox 100">
            <a:extLst>
              <a:ext uri="{FF2B5EF4-FFF2-40B4-BE49-F238E27FC236}">
                <a16:creationId xmlns:a16="http://schemas.microsoft.com/office/drawing/2014/main" id="{1C9A07F1-D9A4-0090-25D8-588BB1980CB5}"/>
              </a:ext>
            </a:extLst>
          </p:cNvPr>
          <p:cNvSpPr txBox="1"/>
          <p:nvPr/>
        </p:nvSpPr>
        <p:spPr>
          <a:xfrm>
            <a:off x="306234" y="2208656"/>
            <a:ext cx="726789" cy="147797"/>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Video</a:t>
            </a:r>
          </a:p>
        </p:txBody>
      </p:sp>
      <p:sp>
        <p:nvSpPr>
          <p:cNvPr id="105" name="Process 104">
            <a:extLst>
              <a:ext uri="{FF2B5EF4-FFF2-40B4-BE49-F238E27FC236}">
                <a16:creationId xmlns:a16="http://schemas.microsoft.com/office/drawing/2014/main" id="{8418CEEE-3108-6C40-E511-7BF292813D31}"/>
              </a:ext>
            </a:extLst>
          </p:cNvPr>
          <p:cNvSpPr/>
          <p:nvPr/>
        </p:nvSpPr>
        <p:spPr>
          <a:xfrm>
            <a:off x="1244545" y="1851288"/>
            <a:ext cx="90332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Input Interface</a:t>
            </a:r>
          </a:p>
        </p:txBody>
      </p:sp>
      <p:sp>
        <p:nvSpPr>
          <p:cNvPr id="106" name="Process 105">
            <a:extLst>
              <a:ext uri="{FF2B5EF4-FFF2-40B4-BE49-F238E27FC236}">
                <a16:creationId xmlns:a16="http://schemas.microsoft.com/office/drawing/2014/main" id="{05221663-F2F6-B185-C6AF-F3AEED79F0E3}"/>
              </a:ext>
            </a:extLst>
          </p:cNvPr>
          <p:cNvSpPr/>
          <p:nvPr/>
        </p:nvSpPr>
        <p:spPr>
          <a:xfrm>
            <a:off x="2785753" y="1851288"/>
            <a:ext cx="972000" cy="43795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1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Signal Conditioning</a:t>
            </a:r>
          </a:p>
        </p:txBody>
      </p:sp>
      <p:sp>
        <p:nvSpPr>
          <p:cNvPr id="107" name="Process 106">
            <a:extLst>
              <a:ext uri="{FF2B5EF4-FFF2-40B4-BE49-F238E27FC236}">
                <a16:creationId xmlns:a16="http://schemas.microsoft.com/office/drawing/2014/main" id="{7B19996E-69FA-9E92-D52F-1FF464EF70E0}"/>
              </a:ext>
            </a:extLst>
          </p:cNvPr>
          <p:cNvSpPr/>
          <p:nvPr/>
        </p:nvSpPr>
        <p:spPr>
          <a:xfrm>
            <a:off x="4449062" y="185628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108" name="Process 107">
            <a:extLst>
              <a:ext uri="{FF2B5EF4-FFF2-40B4-BE49-F238E27FC236}">
                <a16:creationId xmlns:a16="http://schemas.microsoft.com/office/drawing/2014/main" id="{115385CD-989E-C600-72AD-D5AD34419816}"/>
              </a:ext>
            </a:extLst>
          </p:cNvPr>
          <p:cNvSpPr/>
          <p:nvPr/>
        </p:nvSpPr>
        <p:spPr>
          <a:xfrm>
            <a:off x="6043691" y="184951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109" name="Process 108">
            <a:extLst>
              <a:ext uri="{FF2B5EF4-FFF2-40B4-BE49-F238E27FC236}">
                <a16:creationId xmlns:a16="http://schemas.microsoft.com/office/drawing/2014/main" id="{9ED22F72-743C-56BF-CF3C-6CBFE522615A}"/>
              </a:ext>
            </a:extLst>
          </p:cNvPr>
          <p:cNvSpPr/>
          <p:nvPr/>
        </p:nvSpPr>
        <p:spPr>
          <a:xfrm>
            <a:off x="3566661" y="2698196"/>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read/write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 name="Straight Arrow Connector 1">
            <a:extLst>
              <a:ext uri="{FF2B5EF4-FFF2-40B4-BE49-F238E27FC236}">
                <a16:creationId xmlns:a16="http://schemas.microsoft.com/office/drawing/2014/main" id="{B7B3B90F-8DA2-46EC-8906-E0D705E826C6}"/>
              </a:ext>
            </a:extLst>
          </p:cNvPr>
          <p:cNvCxnSpPr>
            <a:cxnSpLocks/>
            <a:stCxn id="109" idx="2"/>
            <a:endCxn id="88" idx="0"/>
          </p:cNvCxnSpPr>
          <p:nvPr/>
        </p:nvCxnSpPr>
        <p:spPr>
          <a:xfrm>
            <a:off x="4101331" y="3093159"/>
            <a:ext cx="2083" cy="415089"/>
          </a:xfrm>
          <a:prstGeom prst="straightConnector1">
            <a:avLst/>
          </a:prstGeom>
          <a:ln w="15875">
            <a:solidFill>
              <a:schemeClr val="accent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418B3DF1-F72C-3E7A-BC7D-A2F6F8BA3211}"/>
              </a:ext>
            </a:extLst>
          </p:cNvPr>
          <p:cNvCxnSpPr>
            <a:cxnSpLocks/>
          </p:cNvCxnSpPr>
          <p:nvPr/>
        </p:nvCxnSpPr>
        <p:spPr>
          <a:xfrm>
            <a:off x="5666841" y="2052897"/>
            <a:ext cx="4736" cy="635058"/>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7" name="Graphic 6">
            <a:extLst>
              <a:ext uri="{FF2B5EF4-FFF2-40B4-BE49-F238E27FC236}">
                <a16:creationId xmlns:a16="http://schemas.microsoft.com/office/drawing/2014/main" id="{6EC61E65-8094-2B1E-10AD-482DCA178FB4}"/>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520207" y="3528714"/>
            <a:ext cx="306905" cy="391304"/>
          </a:xfrm>
          <a:prstGeom prst="rect">
            <a:avLst/>
          </a:prstGeom>
        </p:spPr>
      </p:pic>
      <p:sp>
        <p:nvSpPr>
          <p:cNvPr id="8" name="TextBox 7">
            <a:extLst>
              <a:ext uri="{FF2B5EF4-FFF2-40B4-BE49-F238E27FC236}">
                <a16:creationId xmlns:a16="http://schemas.microsoft.com/office/drawing/2014/main" id="{D5C6A090-A155-9286-E915-5BF8184D5FD3}"/>
              </a:ext>
            </a:extLst>
          </p:cNvPr>
          <p:cNvSpPr txBox="1"/>
          <p:nvPr/>
        </p:nvSpPr>
        <p:spPr>
          <a:xfrm>
            <a:off x="5309168" y="3975016"/>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9" name="Process 108">
            <a:extLst>
              <a:ext uri="{FF2B5EF4-FFF2-40B4-BE49-F238E27FC236}">
                <a16:creationId xmlns:a16="http://schemas.microsoft.com/office/drawing/2014/main" id="{5BB5ED0F-2934-70B0-D031-A016E48B9E64}"/>
              </a:ext>
            </a:extLst>
          </p:cNvPr>
          <p:cNvSpPr/>
          <p:nvPr/>
        </p:nvSpPr>
        <p:spPr>
          <a:xfrm>
            <a:off x="5136907"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0" name="Straight Arrow Connector 9">
            <a:extLst>
              <a:ext uri="{FF2B5EF4-FFF2-40B4-BE49-F238E27FC236}">
                <a16:creationId xmlns:a16="http://schemas.microsoft.com/office/drawing/2014/main" id="{00719D3D-7399-9D01-C8D9-04C1E12749C2}"/>
              </a:ext>
            </a:extLst>
          </p:cNvPr>
          <p:cNvCxnSpPr>
            <a:cxnSpLocks/>
            <a:stCxn id="9" idx="2"/>
            <a:endCxn id="7" idx="0"/>
          </p:cNvCxnSpPr>
          <p:nvPr/>
        </p:nvCxnSpPr>
        <p:spPr>
          <a:xfrm>
            <a:off x="5671577" y="3092443"/>
            <a:ext cx="2083" cy="436271"/>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CE7F6DC6-53D7-1115-C8BD-2763814BF8C2}"/>
              </a:ext>
            </a:extLst>
          </p:cNvPr>
          <p:cNvCxnSpPr>
            <a:cxnSpLocks/>
          </p:cNvCxnSpPr>
          <p:nvPr/>
        </p:nvCxnSpPr>
        <p:spPr>
          <a:xfrm>
            <a:off x="2456193" y="2081076"/>
            <a:ext cx="4554" cy="610635"/>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pic>
        <p:nvPicPr>
          <p:cNvPr id="16" name="Graphic 15">
            <a:extLst>
              <a:ext uri="{FF2B5EF4-FFF2-40B4-BE49-F238E27FC236}">
                <a16:creationId xmlns:a16="http://schemas.microsoft.com/office/drawing/2014/main" id="{E34609AA-745C-A136-7B21-BF134F876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09377" y="3508248"/>
            <a:ext cx="306905" cy="391304"/>
          </a:xfrm>
          <a:prstGeom prst="rect">
            <a:avLst/>
          </a:prstGeom>
        </p:spPr>
      </p:pic>
      <p:sp>
        <p:nvSpPr>
          <p:cNvPr id="17" name="TextBox 16">
            <a:extLst>
              <a:ext uri="{FF2B5EF4-FFF2-40B4-BE49-F238E27FC236}">
                <a16:creationId xmlns:a16="http://schemas.microsoft.com/office/drawing/2014/main" id="{3B0D9E3F-1B44-567D-EFC6-A250C385B468}"/>
              </a:ext>
            </a:extLst>
          </p:cNvPr>
          <p:cNvSpPr txBox="1"/>
          <p:nvPr/>
        </p:nvSpPr>
        <p:spPr>
          <a:xfrm>
            <a:off x="1851941" y="3954550"/>
            <a:ext cx="1266267"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lang="en-US" sz="1067" b="1" dirty="0">
                <a:latin typeface="Aeonik" panose="020B0503030300000000" pitchFamily="34" charset="0"/>
                <a:ea typeface="ＭＳ Ｐゴシック" panose="020B0600070205080204" pitchFamily="34" charset="-128"/>
                <a:cs typeface="Calibri" panose="020F0502020204030204" pitchFamily="34" charset="0"/>
              </a:rPr>
              <a:t>Video_</a:t>
            </a: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18" name="Process 108">
            <a:extLst>
              <a:ext uri="{FF2B5EF4-FFF2-40B4-BE49-F238E27FC236}">
                <a16:creationId xmlns:a16="http://schemas.microsoft.com/office/drawing/2014/main" id="{F41783A6-4195-B2BD-6E32-B371EED2A16E}"/>
              </a:ext>
            </a:extLst>
          </p:cNvPr>
          <p:cNvSpPr/>
          <p:nvPr/>
        </p:nvSpPr>
        <p:spPr>
          <a:xfrm>
            <a:off x="1599656" y="2698196"/>
            <a:ext cx="1722182" cy="394963"/>
          </a:xfrm>
          <a:prstGeom prst="flowChartProcess">
            <a:avLst/>
          </a:prstGeom>
          <a:solidFill>
            <a:schemeClr val="bg1">
              <a:lumMod val="65000"/>
            </a:schemeClr>
          </a:solidFill>
          <a:ln w="15875">
            <a:solidFill>
              <a:srgbClr val="00C1DE"/>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 (optional)</a:t>
            </a:r>
            <a:b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br>
            <a:r>
              <a:rPr kumimoji="0" lang="en-GB" sz="8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19" name="Straight Arrow Connector 18">
            <a:extLst>
              <a:ext uri="{FF2B5EF4-FFF2-40B4-BE49-F238E27FC236}">
                <a16:creationId xmlns:a16="http://schemas.microsoft.com/office/drawing/2014/main" id="{F918D0D1-7C79-6148-EC9F-54E00717AC19}"/>
              </a:ext>
            </a:extLst>
          </p:cNvPr>
          <p:cNvCxnSpPr>
            <a:cxnSpLocks/>
            <a:stCxn id="18" idx="2"/>
            <a:endCxn id="16" idx="0"/>
          </p:cNvCxnSpPr>
          <p:nvPr/>
        </p:nvCxnSpPr>
        <p:spPr>
          <a:xfrm>
            <a:off x="2460747" y="3093159"/>
            <a:ext cx="2083" cy="415089"/>
          </a:xfrm>
          <a:prstGeom prst="straightConnector1">
            <a:avLst/>
          </a:prstGeom>
          <a:ln w="15875">
            <a:solidFill>
              <a:schemeClr val="accent1"/>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 name="Straight Arrow Connector 2">
            <a:extLst>
              <a:ext uri="{FF2B5EF4-FFF2-40B4-BE49-F238E27FC236}">
                <a16:creationId xmlns:a16="http://schemas.microsoft.com/office/drawing/2014/main" id="{BFB68672-614F-E74C-CC13-E8612FE01558}"/>
              </a:ext>
            </a:extLst>
          </p:cNvPr>
          <p:cNvCxnSpPr>
            <a:cxnSpLocks/>
          </p:cNvCxnSpPr>
          <p:nvPr/>
        </p:nvCxnSpPr>
        <p:spPr>
          <a:xfrm>
            <a:off x="936217" y="2068404"/>
            <a:ext cx="304017" cy="0"/>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02424967-8274-A5A6-7CF2-028FCEB4D098}"/>
              </a:ext>
            </a:extLst>
          </p:cNvPr>
          <p:cNvSpPr/>
          <p:nvPr/>
        </p:nvSpPr>
        <p:spPr>
          <a:xfrm>
            <a:off x="7838322" y="1626945"/>
            <a:ext cx="3760288" cy="1609617"/>
          </a:xfrm>
          <a:prstGeom prst="rect">
            <a:avLst/>
          </a:prstGeom>
          <a:solidFill>
            <a:schemeClr val="bg1">
              <a:lumMod val="75000"/>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endParaRPr kumimoji="0" lang="en-US" sz="2400" b="0" i="0" u="none" strike="noStrike" kern="1200" cap="none" spc="0" normalizeH="0" baseline="0" noProof="0">
              <a:ln>
                <a:noFill/>
              </a:ln>
              <a:solidFill>
                <a:srgbClr val="FFFFFF"/>
              </a:solidFill>
              <a:effectLst/>
              <a:uLnTx/>
              <a:uFillTx/>
              <a:latin typeface="Calibri" panose="020F0502020204030204" pitchFamily="34" charset="0"/>
              <a:ea typeface="+mn-ea"/>
              <a:cs typeface="Calibri" panose="020F0502020204030204" pitchFamily="34" charset="0"/>
            </a:endParaRPr>
          </a:p>
        </p:txBody>
      </p:sp>
      <p:cxnSp>
        <p:nvCxnSpPr>
          <p:cNvPr id="13" name="Straight Arrow Connector 12">
            <a:extLst>
              <a:ext uri="{FF2B5EF4-FFF2-40B4-BE49-F238E27FC236}">
                <a16:creationId xmlns:a16="http://schemas.microsoft.com/office/drawing/2014/main" id="{494B0548-4B59-C21A-4DE9-A344405D4BAA}"/>
              </a:ext>
            </a:extLst>
          </p:cNvPr>
          <p:cNvCxnSpPr>
            <a:cxnSpLocks/>
            <a:stCxn id="25" idx="3"/>
            <a:endCxn id="26" idx="1"/>
          </p:cNvCxnSpPr>
          <p:nvPr/>
        </p:nvCxnSpPr>
        <p:spPr>
          <a:xfrm flipV="1">
            <a:off x="9804405" y="2071741"/>
            <a:ext cx="691309" cy="6765"/>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20" name="Graphic 19">
            <a:extLst>
              <a:ext uri="{FF2B5EF4-FFF2-40B4-BE49-F238E27FC236}">
                <a16:creationId xmlns:a16="http://schemas.microsoft.com/office/drawing/2014/main" id="{8A9AC35D-0D75-5180-5311-66687BBA1C0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401984" y="3511493"/>
            <a:ext cx="306905" cy="391304"/>
          </a:xfrm>
          <a:prstGeom prst="rect">
            <a:avLst/>
          </a:prstGeom>
        </p:spPr>
      </p:pic>
      <p:sp>
        <p:nvSpPr>
          <p:cNvPr id="21" name="TextBox 20">
            <a:extLst>
              <a:ext uri="{FF2B5EF4-FFF2-40B4-BE49-F238E27FC236}">
                <a16:creationId xmlns:a16="http://schemas.microsoft.com/office/drawing/2014/main" id="{8B57801E-953B-80FF-E1E2-F8482C5249AF}"/>
              </a:ext>
            </a:extLst>
          </p:cNvPr>
          <p:cNvSpPr txBox="1"/>
          <p:nvPr/>
        </p:nvSpPr>
        <p:spPr>
          <a:xfrm>
            <a:off x="8190945" y="3957795"/>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ML_In</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SDS Files</a:t>
            </a:r>
          </a:p>
        </p:txBody>
      </p:sp>
      <p:sp>
        <p:nvSpPr>
          <p:cNvPr id="25" name="Process 106">
            <a:extLst>
              <a:ext uri="{FF2B5EF4-FFF2-40B4-BE49-F238E27FC236}">
                <a16:creationId xmlns:a16="http://schemas.microsoft.com/office/drawing/2014/main" id="{D30E0710-8C6B-39D0-551A-5D66842E37CE}"/>
              </a:ext>
            </a:extLst>
          </p:cNvPr>
          <p:cNvSpPr/>
          <p:nvPr/>
        </p:nvSpPr>
        <p:spPr>
          <a:xfrm>
            <a:off x="8901085" y="1859529"/>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Optimized ML Model</a:t>
            </a:r>
          </a:p>
        </p:txBody>
      </p:sp>
      <p:sp>
        <p:nvSpPr>
          <p:cNvPr id="26" name="Process 107">
            <a:extLst>
              <a:ext uri="{FF2B5EF4-FFF2-40B4-BE49-F238E27FC236}">
                <a16:creationId xmlns:a16="http://schemas.microsoft.com/office/drawing/2014/main" id="{3C073546-CB1F-E841-BB04-99FB1CFAFAF7}"/>
              </a:ext>
            </a:extLst>
          </p:cNvPr>
          <p:cNvSpPr/>
          <p:nvPr/>
        </p:nvSpPr>
        <p:spPr>
          <a:xfrm>
            <a:off x="10495714" y="1852764"/>
            <a:ext cx="903320" cy="437954"/>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rPr>
              <a:t>Output Interface</a:t>
            </a:r>
          </a:p>
        </p:txBody>
      </p:sp>
      <p:sp>
        <p:nvSpPr>
          <p:cNvPr id="27" name="Process 108">
            <a:extLst>
              <a:ext uri="{FF2B5EF4-FFF2-40B4-BE49-F238E27FC236}">
                <a16:creationId xmlns:a16="http://schemas.microsoft.com/office/drawing/2014/main" id="{E2C967FB-451E-69B2-203A-6398BBA1FD19}"/>
              </a:ext>
            </a:extLst>
          </p:cNvPr>
          <p:cNvSpPr/>
          <p:nvPr/>
        </p:nvSpPr>
        <p:spPr>
          <a:xfrm>
            <a:off x="8018684" y="2701441"/>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read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28" name="Straight Arrow Connector 27">
            <a:extLst>
              <a:ext uri="{FF2B5EF4-FFF2-40B4-BE49-F238E27FC236}">
                <a16:creationId xmlns:a16="http://schemas.microsoft.com/office/drawing/2014/main" id="{C543C465-212B-0B5E-3875-57AE761209BE}"/>
              </a:ext>
            </a:extLst>
          </p:cNvPr>
          <p:cNvCxnSpPr>
            <a:cxnSpLocks/>
            <a:stCxn id="27" idx="2"/>
            <a:endCxn id="20" idx="0"/>
          </p:cNvCxnSpPr>
          <p:nvPr/>
        </p:nvCxnSpPr>
        <p:spPr>
          <a:xfrm>
            <a:off x="8553354" y="3096404"/>
            <a:ext cx="2083" cy="415089"/>
          </a:xfrm>
          <a:prstGeom prst="straightConnector1">
            <a:avLst/>
          </a:prstGeom>
          <a:ln w="15875">
            <a:solidFill>
              <a:schemeClr val="accent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07AACDC8-5FD2-6C05-446B-5D7A7EFA6F7C}"/>
              </a:ext>
            </a:extLst>
          </p:cNvPr>
          <p:cNvCxnSpPr>
            <a:cxnSpLocks/>
            <a:endCxn id="32" idx="0"/>
          </p:cNvCxnSpPr>
          <p:nvPr/>
        </p:nvCxnSpPr>
        <p:spPr>
          <a:xfrm>
            <a:off x="10123600" y="2043977"/>
            <a:ext cx="0" cy="653503"/>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pic>
        <p:nvPicPr>
          <p:cNvPr id="30" name="Graphic 29">
            <a:extLst>
              <a:ext uri="{FF2B5EF4-FFF2-40B4-BE49-F238E27FC236}">
                <a16:creationId xmlns:a16="http://schemas.microsoft.com/office/drawing/2014/main" id="{67FAC410-A88F-BC6D-B791-E325E26F1643}"/>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9972230" y="3531959"/>
            <a:ext cx="306905" cy="391304"/>
          </a:xfrm>
          <a:prstGeom prst="rect">
            <a:avLst/>
          </a:prstGeom>
        </p:spPr>
      </p:pic>
      <p:sp>
        <p:nvSpPr>
          <p:cNvPr id="31" name="TextBox 30">
            <a:extLst>
              <a:ext uri="{FF2B5EF4-FFF2-40B4-BE49-F238E27FC236}">
                <a16:creationId xmlns:a16="http://schemas.microsoft.com/office/drawing/2014/main" id="{3E4D67A5-A26D-FA42-7925-663A58940F92}"/>
              </a:ext>
            </a:extLst>
          </p:cNvPr>
          <p:cNvSpPr txBox="1"/>
          <p:nvPr/>
        </p:nvSpPr>
        <p:spPr>
          <a:xfrm>
            <a:off x="9761191" y="3978261"/>
            <a:ext cx="726789" cy="295594"/>
          </a:xfrm>
          <a:prstGeom prst="rect">
            <a:avLst/>
          </a:prstGeom>
          <a:noFill/>
        </p:spPr>
        <p:txBody>
          <a:bodyPr wrap="square" lIns="0" tIns="0" rIns="0" bIns="0" rtlCol="0">
            <a:spAutoFit/>
          </a:bodyPr>
          <a:lstStyle/>
          <a:p>
            <a:pPr marL="0" marR="0" lvl="0" indent="0" algn="ctr" defTabSz="914377" rtl="0" eaLnBrk="1" fontAlgn="base" latinLnBrk="0" hangingPunct="1">
              <a:lnSpc>
                <a:spcPct val="90000"/>
              </a:lnSpc>
              <a:spcBef>
                <a:spcPts val="0"/>
              </a:spcBef>
              <a:spcAft>
                <a:spcPts val="600"/>
              </a:spcAft>
              <a:buClrTx/>
              <a:buSzTx/>
              <a:buFontTx/>
              <a:buNone/>
              <a:tabLst/>
              <a:defRPr/>
            </a:pPr>
            <a:r>
              <a:rPr kumimoji="0" lang="en-US" sz="1067" b="1" i="0" u="none" strike="noStrike" kern="1200" cap="none" spc="0" normalizeH="0" baseline="0" noProof="0" dirty="0" err="1">
                <a:ln>
                  <a:noFill/>
                </a:ln>
                <a:effectLst/>
                <a:uLnTx/>
                <a:uFillTx/>
                <a:latin typeface="Aeonik" panose="020B0503030300000000" pitchFamily="34" charset="0"/>
                <a:ea typeface="ＭＳ Ｐゴシック" panose="020B0600070205080204" pitchFamily="34" charset="-128"/>
                <a:cs typeface="Calibri" panose="020F0502020204030204" pitchFamily="34" charset="0"/>
              </a:rPr>
              <a:t>ML_Out</a:t>
            </a:r>
            <a:br>
              <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rPr>
            </a:br>
            <a:r>
              <a:rPr lang="en-US" sz="1067" b="1" dirty="0">
                <a:latin typeface="Aeonik" panose="020B0503030300000000" pitchFamily="34" charset="0"/>
                <a:ea typeface="ＭＳ Ｐゴシック" panose="020B0600070205080204" pitchFamily="34" charset="-128"/>
                <a:cs typeface="Calibri" panose="020F0502020204030204" pitchFamily="34" charset="0"/>
              </a:rPr>
              <a:t>SDS Files</a:t>
            </a:r>
            <a:endParaRPr kumimoji="0" lang="en-US" sz="1067" b="1" i="0" u="none" strike="noStrike" kern="1200" cap="none" spc="0" normalizeH="0" baseline="0" noProof="0" dirty="0">
              <a:ln>
                <a:noFill/>
              </a:ln>
              <a:effectLst/>
              <a:uLnTx/>
              <a:uFillTx/>
              <a:latin typeface="Aeonik" panose="020B0503030300000000" pitchFamily="34" charset="0"/>
              <a:ea typeface="ＭＳ Ｐゴシック" panose="020B0600070205080204" pitchFamily="34" charset="-128"/>
              <a:cs typeface="Calibri" panose="020F0502020204030204" pitchFamily="34" charset="0"/>
            </a:endParaRPr>
          </a:p>
        </p:txBody>
      </p:sp>
      <p:sp>
        <p:nvSpPr>
          <p:cNvPr id="32" name="Process 108">
            <a:extLst>
              <a:ext uri="{FF2B5EF4-FFF2-40B4-BE49-F238E27FC236}">
                <a16:creationId xmlns:a16="http://schemas.microsoft.com/office/drawing/2014/main" id="{D31225AC-49B6-DAB8-B782-DCD640752B3B}"/>
              </a:ext>
            </a:extLst>
          </p:cNvPr>
          <p:cNvSpPr/>
          <p:nvPr/>
        </p:nvSpPr>
        <p:spPr>
          <a:xfrm>
            <a:off x="9588930" y="2697480"/>
            <a:ext cx="1069340" cy="394963"/>
          </a:xfrm>
          <a:prstGeom prst="flowChartProcess">
            <a:avLst/>
          </a:prstGeom>
          <a:solidFill>
            <a:schemeClr val="tx2"/>
          </a:solidFill>
          <a:ln w="15875">
            <a:solidFill>
              <a:srgbClr val="00C1DE"/>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70" rtl="0" eaLnBrk="0" fontAlgn="base" latinLnBrk="0" hangingPunct="0">
              <a:lnSpc>
                <a:spcPct val="100000"/>
              </a:lnSpc>
              <a:spcBef>
                <a:spcPct val="0"/>
              </a:spcBef>
              <a:spcAft>
                <a:spcPct val="0"/>
              </a:spcAft>
              <a:buClrTx/>
              <a:buSzTx/>
              <a:buFontTx/>
              <a:buNone/>
              <a:tabLst/>
              <a:defRPr/>
            </a:pPr>
            <a:r>
              <a:rPr kumimoji="0" lang="en-GB" sz="1200" b="0" i="0" u="none" strike="noStrike" kern="1200" cap="none" spc="0" normalizeH="0" baseline="0" noProof="0">
                <a:ln>
                  <a:noFill/>
                </a:ln>
                <a:solidFill>
                  <a:srgbClr val="FFFFFF"/>
                </a:solidFill>
                <a:effectLst/>
                <a:uLnTx/>
                <a:uFillTx/>
                <a:latin typeface="Aeonik" panose="020B0503030300000000" pitchFamily="34" charset="0"/>
                <a:ea typeface="+mn-ea"/>
                <a:cs typeface="Calibri" panose="020F0502020204030204" pitchFamily="34" charset="0"/>
              </a:rPr>
              <a:t>SDS Stream</a:t>
            </a:r>
          </a:p>
          <a:p>
            <a:pPr marL="0" marR="0" lvl="0" indent="0" algn="ctr" defTabSz="1219170" rtl="0" eaLnBrk="0" fontAlgn="base" latinLnBrk="0" hangingPunct="0">
              <a:lnSpc>
                <a:spcPct val="100000"/>
              </a:lnSpc>
              <a:spcBef>
                <a:spcPct val="0"/>
              </a:spcBef>
              <a:spcAft>
                <a:spcPct val="0"/>
              </a:spcAft>
              <a:buClrTx/>
              <a:buSzTx/>
              <a:buFontTx/>
              <a:buNone/>
              <a:tabLst/>
              <a:defRPr/>
            </a:pPr>
            <a:r>
              <a:rPr lang="en-GB" sz="800">
                <a:solidFill>
                  <a:srgbClr val="FFFFFF"/>
                </a:solidFill>
                <a:latin typeface="Aeonik" panose="020B0503030300000000" pitchFamily="34" charset="0"/>
                <a:cs typeface="Calibri" panose="020F0502020204030204" pitchFamily="34" charset="0"/>
              </a:rPr>
              <a:t>in write mode</a:t>
            </a:r>
            <a:endParaRPr kumimoji="0" lang="en-GB" sz="800" b="0" i="0" u="none" strike="noStrike" kern="1200" cap="none" spc="0" normalizeH="0" baseline="0" noProof="0" dirty="0">
              <a:ln>
                <a:noFill/>
              </a:ln>
              <a:solidFill>
                <a:srgbClr val="FFFFFF"/>
              </a:solidFill>
              <a:effectLst/>
              <a:uLnTx/>
              <a:uFillTx/>
              <a:latin typeface="Aeonik" panose="020B0503030300000000" pitchFamily="34" charset="0"/>
              <a:ea typeface="+mn-ea"/>
              <a:cs typeface="Calibri" panose="020F0502020204030204" pitchFamily="34" charset="0"/>
            </a:endParaRPr>
          </a:p>
        </p:txBody>
      </p:sp>
      <p:cxnSp>
        <p:nvCxnSpPr>
          <p:cNvPr id="33" name="Straight Arrow Connector 32">
            <a:extLst>
              <a:ext uri="{FF2B5EF4-FFF2-40B4-BE49-F238E27FC236}">
                <a16:creationId xmlns:a16="http://schemas.microsoft.com/office/drawing/2014/main" id="{7C1F655C-DF74-7C03-2740-F004BCFA738F}"/>
              </a:ext>
            </a:extLst>
          </p:cNvPr>
          <p:cNvCxnSpPr>
            <a:cxnSpLocks/>
            <a:stCxn id="32" idx="2"/>
            <a:endCxn id="30" idx="0"/>
          </p:cNvCxnSpPr>
          <p:nvPr/>
        </p:nvCxnSpPr>
        <p:spPr>
          <a:xfrm>
            <a:off x="10123600" y="3092443"/>
            <a:ext cx="2083" cy="439516"/>
          </a:xfrm>
          <a:prstGeom prst="straightConnector1">
            <a:avLst/>
          </a:prstGeom>
          <a:ln w="158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0" name="Connector: Elbow 39">
            <a:extLst>
              <a:ext uri="{FF2B5EF4-FFF2-40B4-BE49-F238E27FC236}">
                <a16:creationId xmlns:a16="http://schemas.microsoft.com/office/drawing/2014/main" id="{54CFF4A9-F189-7D43-8D95-1EBAE9B3FC1F}"/>
              </a:ext>
            </a:extLst>
          </p:cNvPr>
          <p:cNvCxnSpPr>
            <a:cxnSpLocks/>
          </p:cNvCxnSpPr>
          <p:nvPr/>
        </p:nvCxnSpPr>
        <p:spPr>
          <a:xfrm rot="5400000" flipH="1" flipV="1">
            <a:off x="8422956" y="2210721"/>
            <a:ext cx="611388" cy="350592"/>
          </a:xfrm>
          <a:prstGeom prst="bentConnector3">
            <a:avLst>
              <a:gd name="adj1" fmla="val 100914"/>
            </a:avLst>
          </a:prstGeom>
          <a:ln w="15875">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967488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D61BC-76EE-24C5-A723-C8E3E70FE426}"/>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64E601CA-EC72-6F00-C4DF-3505BEDC7DD5}"/>
              </a:ext>
            </a:extLst>
          </p:cNvPr>
          <p:cNvSpPr/>
          <p:nvPr/>
        </p:nvSpPr>
        <p:spPr>
          <a:xfrm>
            <a:off x="627993" y="1411454"/>
            <a:ext cx="4452085" cy="653684"/>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b="1" dirty="0" err="1"/>
              <a:t>SDS.csolution.yml</a:t>
            </a:r>
            <a:br>
              <a:rPr lang="en-US" sz="1400" dirty="0"/>
            </a:br>
            <a:r>
              <a:rPr lang="en-US" sz="1400" dirty="0"/>
              <a:t>Data streaming test framework for DSP and </a:t>
            </a:r>
            <a:r>
              <a:rPr lang="en-US" sz="1400"/>
              <a:t>ML algorithms</a:t>
            </a:r>
            <a:endParaRPr lang="en-US" sz="1100" dirty="0"/>
          </a:p>
        </p:txBody>
      </p:sp>
      <p:sp>
        <p:nvSpPr>
          <p:cNvPr id="4" name="Rectangle 3">
            <a:extLst>
              <a:ext uri="{FF2B5EF4-FFF2-40B4-BE49-F238E27FC236}">
                <a16:creationId xmlns:a16="http://schemas.microsoft.com/office/drawing/2014/main" id="{552C48E5-2334-C2E2-6F8C-7C054BDE3A24}"/>
              </a:ext>
            </a:extLst>
          </p:cNvPr>
          <p:cNvSpPr/>
          <p:nvPr/>
        </p:nvSpPr>
        <p:spPr>
          <a:xfrm>
            <a:off x="2942715"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Record</a:t>
            </a:r>
            <a:r>
              <a:rPr lang="en-US" sz="1100"/>
              <a:t>/Playback</a:t>
            </a:r>
          </a:p>
          <a:p>
            <a:pPr algn="ctr"/>
            <a:r>
              <a:rPr lang="en-US" sz="1100"/>
              <a:t>SDS data files via</a:t>
            </a:r>
          </a:p>
          <a:p>
            <a:pPr algn="ctr"/>
            <a:r>
              <a:rPr lang="en-US" sz="1100"/>
              <a:t>SDSIO-Server USB</a:t>
            </a:r>
            <a:endParaRPr lang="en-US" sz="1050" dirty="0"/>
          </a:p>
        </p:txBody>
      </p:sp>
      <p:sp>
        <p:nvSpPr>
          <p:cNvPr id="5" name="Rectangle 4">
            <a:extLst>
              <a:ext uri="{FF2B5EF4-FFF2-40B4-BE49-F238E27FC236}">
                <a16:creationId xmlns:a16="http://schemas.microsoft.com/office/drawing/2014/main" id="{B25C94CD-4618-A05C-FBED-35DF3112EB9C}"/>
              </a:ext>
            </a:extLst>
          </p:cNvPr>
          <p:cNvSpPr/>
          <p:nvPr/>
        </p:nvSpPr>
        <p:spPr>
          <a:xfrm>
            <a:off x="2942715"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SDSIO</a:t>
            </a:r>
          </a:p>
        </p:txBody>
      </p:sp>
      <p:sp>
        <p:nvSpPr>
          <p:cNvPr id="6" name="Rectangle 5">
            <a:extLst>
              <a:ext uri="{FF2B5EF4-FFF2-40B4-BE49-F238E27FC236}">
                <a16:creationId xmlns:a16="http://schemas.microsoft.com/office/drawing/2014/main" id="{6D0EDD9D-EDB1-A32E-9400-FCE9465C0832}"/>
              </a:ext>
            </a:extLst>
          </p:cNvPr>
          <p:cNvSpPr/>
          <p:nvPr/>
        </p:nvSpPr>
        <p:spPr>
          <a:xfrm>
            <a:off x="627994" y="3519273"/>
            <a:ext cx="2128632" cy="6536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Board Hardware Interface</a:t>
            </a:r>
            <a:br>
              <a:rPr lang="en-US" sz="1100" dirty="0"/>
            </a:br>
            <a:r>
              <a:rPr lang="en-US" sz="1100" dirty="0"/>
              <a:t>Copied from Alif DFP/BSP</a:t>
            </a:r>
            <a:br>
              <a:rPr lang="en-US" sz="1100" dirty="0"/>
            </a:br>
            <a:r>
              <a:rPr lang="en-US" sz="1100" dirty="0"/>
              <a:t>Adopted for Video input/output</a:t>
            </a:r>
            <a:endParaRPr lang="en-US" sz="1050" dirty="0"/>
          </a:p>
        </p:txBody>
      </p:sp>
      <p:sp>
        <p:nvSpPr>
          <p:cNvPr id="7" name="Rectangle 6">
            <a:extLst>
              <a:ext uri="{FF2B5EF4-FFF2-40B4-BE49-F238E27FC236}">
                <a16:creationId xmlns:a16="http://schemas.microsoft.com/office/drawing/2014/main" id="{ECB291C9-8A78-57EF-B81C-1A382C9BB98C}"/>
              </a:ext>
            </a:extLst>
          </p:cNvPr>
          <p:cNvSpPr/>
          <p:nvPr/>
        </p:nvSpPr>
        <p:spPr>
          <a:xfrm>
            <a:off x="627994" y="3255090"/>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 Layer Type: Board</a:t>
            </a:r>
          </a:p>
        </p:txBody>
      </p:sp>
      <p:sp>
        <p:nvSpPr>
          <p:cNvPr id="8" name="Rectangle 7">
            <a:extLst>
              <a:ext uri="{FF2B5EF4-FFF2-40B4-BE49-F238E27FC236}">
                <a16:creationId xmlns:a16="http://schemas.microsoft.com/office/drawing/2014/main" id="{A88F523A-AFE8-C4A2-D9D8-A919945928B9}"/>
              </a:ext>
            </a:extLst>
          </p:cNvPr>
          <p:cNvSpPr/>
          <p:nvPr/>
        </p:nvSpPr>
        <p:spPr>
          <a:xfrm>
            <a:off x="627994" y="2460256"/>
            <a:ext cx="2128632" cy="653684"/>
          </a:xfrm>
          <a:prstGeom prst="rect">
            <a:avLst/>
          </a:prstGeom>
          <a:solidFill>
            <a:srgbClr val="0091B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Trained </a:t>
            </a:r>
            <a:r>
              <a:rPr lang="en-US" sz="1100" dirty="0" err="1"/>
              <a:t>PyTorch</a:t>
            </a:r>
            <a:r>
              <a:rPr lang="en-US" sz="1100" dirty="0"/>
              <a:t> Model</a:t>
            </a:r>
            <a:br>
              <a:rPr lang="en-US" sz="1100" dirty="0"/>
            </a:br>
            <a:r>
              <a:rPr lang="en-US" sz="1100" dirty="0"/>
              <a:t>with </a:t>
            </a:r>
            <a:r>
              <a:rPr lang="en-US" sz="1100" dirty="0" err="1"/>
              <a:t>ExecuTorch</a:t>
            </a:r>
            <a:r>
              <a:rPr lang="en-US" sz="1100" dirty="0"/>
              <a:t> run-time</a:t>
            </a:r>
            <a:br>
              <a:rPr lang="en-US" sz="1100" dirty="0"/>
            </a:br>
            <a:r>
              <a:rPr lang="en-US" sz="1100" dirty="0"/>
              <a:t>optimized for Ethos-U85</a:t>
            </a:r>
            <a:endParaRPr lang="en-US" sz="1050" dirty="0"/>
          </a:p>
        </p:txBody>
      </p:sp>
      <p:sp>
        <p:nvSpPr>
          <p:cNvPr id="9" name="Rectangle 8">
            <a:extLst>
              <a:ext uri="{FF2B5EF4-FFF2-40B4-BE49-F238E27FC236}">
                <a16:creationId xmlns:a16="http://schemas.microsoft.com/office/drawing/2014/main" id="{0FD1AE99-15D3-5727-FB21-5EB53577A38D}"/>
              </a:ext>
            </a:extLst>
          </p:cNvPr>
          <p:cNvSpPr/>
          <p:nvPr/>
        </p:nvSpPr>
        <p:spPr>
          <a:xfrm>
            <a:off x="627994" y="2196073"/>
            <a:ext cx="2128632" cy="264183"/>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sz="1400" dirty="0"/>
              <a:t>Layer Type: AI / </a:t>
            </a:r>
            <a:r>
              <a:rPr lang="en-US" sz="1400" dirty="0" err="1"/>
              <a:t>ExecuTorch</a:t>
            </a:r>
            <a:endParaRPr lang="en-US" sz="1400" dirty="0"/>
          </a:p>
        </p:txBody>
      </p:sp>
      <p:sp>
        <p:nvSpPr>
          <p:cNvPr id="10" name="Rectangle 9">
            <a:extLst>
              <a:ext uri="{FF2B5EF4-FFF2-40B4-BE49-F238E27FC236}">
                <a16:creationId xmlns:a16="http://schemas.microsoft.com/office/drawing/2014/main" id="{6ACE1155-E3A3-5C55-5ACE-BCFD40B9687D}"/>
              </a:ext>
            </a:extLst>
          </p:cNvPr>
          <p:cNvSpPr/>
          <p:nvPr/>
        </p:nvSpPr>
        <p:spPr>
          <a:xfrm>
            <a:off x="2942715" y="2460256"/>
            <a:ext cx="2128632" cy="653684"/>
          </a:xfrm>
          <a:prstGeom prst="rect">
            <a:avLst/>
          </a:prstGeom>
          <a:solidFill>
            <a:schemeClr val="accent4">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100" dirty="0"/>
              <a:t>Configured example</a:t>
            </a:r>
            <a:br>
              <a:rPr lang="en-US" sz="1100" dirty="0"/>
            </a:br>
            <a:r>
              <a:rPr lang="en-US" sz="1100" dirty="0"/>
              <a:t>for Alif AppKit-E8-AIML</a:t>
            </a:r>
            <a:br>
              <a:rPr lang="en-US" sz="1100" dirty="0"/>
            </a:br>
            <a:r>
              <a:rPr lang="en-US" sz="1100" dirty="0"/>
              <a:t>Video input/output</a:t>
            </a:r>
            <a:endParaRPr lang="en-US" sz="1050" dirty="0"/>
          </a:p>
        </p:txBody>
      </p:sp>
      <p:sp>
        <p:nvSpPr>
          <p:cNvPr id="11" name="Rectangle 10">
            <a:extLst>
              <a:ext uri="{FF2B5EF4-FFF2-40B4-BE49-F238E27FC236}">
                <a16:creationId xmlns:a16="http://schemas.microsoft.com/office/drawing/2014/main" id="{80F32A87-46EA-6CAD-F1CD-FA5FA8ADDECC}"/>
              </a:ext>
            </a:extLst>
          </p:cNvPr>
          <p:cNvSpPr/>
          <p:nvPr/>
        </p:nvSpPr>
        <p:spPr>
          <a:xfrm>
            <a:off x="2942715" y="2196073"/>
            <a:ext cx="2128632" cy="264183"/>
          </a:xfrm>
          <a:prstGeom prst="rect">
            <a:avLst/>
          </a:prstGeom>
          <a:solidFill>
            <a:schemeClr val="accent4">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err="1"/>
              <a:t>AlgorithmTest.cproject.yml</a:t>
            </a:r>
            <a:endParaRPr lang="en-US" sz="1400" dirty="0"/>
          </a:p>
        </p:txBody>
      </p:sp>
      <p:sp>
        <p:nvSpPr>
          <p:cNvPr id="12" name="Callout: Bent Line with Accent Bar 11">
            <a:extLst>
              <a:ext uri="{FF2B5EF4-FFF2-40B4-BE49-F238E27FC236}">
                <a16:creationId xmlns:a16="http://schemas.microsoft.com/office/drawing/2014/main" id="{8AB16934-1D4E-A143-78AA-5F20D17D5327}"/>
              </a:ext>
            </a:extLst>
          </p:cNvPr>
          <p:cNvSpPr/>
          <p:nvPr/>
        </p:nvSpPr>
        <p:spPr>
          <a:xfrm>
            <a:off x="5492884" y="1431972"/>
            <a:ext cx="1498060" cy="612648"/>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dirty="0">
                <a:solidFill>
                  <a:schemeClr val="tx1"/>
                </a:solidFill>
              </a:rPr>
              <a:t>target-types select between hardware</a:t>
            </a:r>
          </a:p>
          <a:p>
            <a:r>
              <a:rPr lang="en-US" sz="1200" dirty="0">
                <a:solidFill>
                  <a:schemeClr val="tx1"/>
                </a:solidFill>
              </a:rPr>
              <a:t>and simulation </a:t>
            </a:r>
          </a:p>
        </p:txBody>
      </p:sp>
      <p:sp>
        <p:nvSpPr>
          <p:cNvPr id="14" name="Callout: Bent Line with Accent Bar 13">
            <a:extLst>
              <a:ext uri="{FF2B5EF4-FFF2-40B4-BE49-F238E27FC236}">
                <a16:creationId xmlns:a16="http://schemas.microsoft.com/office/drawing/2014/main" id="{5B96DF14-DE61-0C0E-E222-BAC3D4750C58}"/>
              </a:ext>
            </a:extLst>
          </p:cNvPr>
          <p:cNvSpPr/>
          <p:nvPr/>
        </p:nvSpPr>
        <p:spPr>
          <a:xfrm>
            <a:off x="5492884" y="3419605"/>
            <a:ext cx="1498060" cy="753351"/>
          </a:xfrm>
          <a:prstGeom prst="accentCallout2">
            <a:avLst>
              <a:gd name="adj1" fmla="val 18750"/>
              <a:gd name="adj2" fmla="val -8333"/>
              <a:gd name="adj3" fmla="val 18750"/>
              <a:gd name="adj4" fmla="val -16667"/>
              <a:gd name="adj5" fmla="val 60632"/>
              <a:gd name="adj6" fmla="val -32482"/>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t"/>
          <a:lstStyle/>
          <a:p>
            <a:r>
              <a:rPr lang="en-US" sz="1200">
                <a:solidFill>
                  <a:schemeClr val="tx1"/>
                </a:solidFill>
              </a:rPr>
              <a:t>Start/stop, recording,</a:t>
            </a:r>
            <a:br>
              <a:rPr lang="en-US" sz="1200">
                <a:solidFill>
                  <a:schemeClr val="tx1"/>
                </a:solidFill>
              </a:rPr>
            </a:br>
            <a:r>
              <a:rPr lang="en-US" sz="1200">
                <a:solidFill>
                  <a:schemeClr val="tx1"/>
                </a:solidFill>
              </a:rPr>
              <a:t>and playback selected at runtime using sdsFlags</a:t>
            </a:r>
            <a:endParaRPr lang="en-US" sz="1200" dirty="0">
              <a:solidFill>
                <a:schemeClr val="tx1"/>
              </a:solidFill>
            </a:endParaRPr>
          </a:p>
        </p:txBody>
      </p:sp>
    </p:spTree>
    <p:extLst>
      <p:ext uri="{BB962C8B-B14F-4D97-AF65-F5344CB8AC3E}">
        <p14:creationId xmlns:p14="http://schemas.microsoft.com/office/powerpoint/2010/main" val="3863395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DF1042-B0F7-6896-2F85-A513DACE8A1F}"/>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B6F4455B-CB08-E17D-8F54-EBF655D0C6AE}"/>
              </a:ext>
            </a:extLst>
          </p:cNvPr>
          <p:cNvSpPr/>
          <p:nvPr/>
        </p:nvSpPr>
        <p:spPr>
          <a:xfrm>
            <a:off x="5077838" y="3541476"/>
            <a:ext cx="3761362" cy="2243847"/>
          </a:xfrm>
          <a:prstGeom prst="rect">
            <a:avLst/>
          </a:prstGeom>
          <a:solidFill>
            <a:schemeClr val="accent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Oval 4">
            <a:extLst>
              <a:ext uri="{FF2B5EF4-FFF2-40B4-BE49-F238E27FC236}">
                <a16:creationId xmlns:a16="http://schemas.microsoft.com/office/drawing/2014/main" id="{8EE36C5F-E70C-328D-4CEA-2EFAF7F49A0C}"/>
              </a:ext>
            </a:extLst>
          </p:cNvPr>
          <p:cNvSpPr/>
          <p:nvPr/>
        </p:nvSpPr>
        <p:spPr>
          <a:xfrm>
            <a:off x="8482518" y="3852761"/>
            <a:ext cx="226979" cy="214009"/>
          </a:xfrm>
          <a:prstGeom prst="ellipse">
            <a:avLst/>
          </a:prstGeom>
          <a:solidFill>
            <a:schemeClr val="tx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6AE9FAB4-99CB-B12B-E9E1-D9D290E1441A}"/>
              </a:ext>
            </a:extLst>
          </p:cNvPr>
          <p:cNvSpPr/>
          <p:nvPr/>
        </p:nvSpPr>
        <p:spPr>
          <a:xfrm>
            <a:off x="5285362" y="3840367"/>
            <a:ext cx="2989634" cy="1731523"/>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C7A9EEA8-4B39-4F46-8C9F-399D9F1FAFE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48918" y="4235520"/>
            <a:ext cx="922506" cy="922506"/>
          </a:xfrm>
          <a:prstGeom prst="rect">
            <a:avLst/>
          </a:prstGeom>
        </p:spPr>
      </p:pic>
      <p:sp>
        <p:nvSpPr>
          <p:cNvPr id="9" name="Rectangle 8">
            <a:extLst>
              <a:ext uri="{FF2B5EF4-FFF2-40B4-BE49-F238E27FC236}">
                <a16:creationId xmlns:a16="http://schemas.microsoft.com/office/drawing/2014/main" id="{9A07F3B0-49A6-0011-F48C-7031CDB0AE2F}"/>
              </a:ext>
            </a:extLst>
          </p:cNvPr>
          <p:cNvSpPr/>
          <p:nvPr/>
        </p:nvSpPr>
        <p:spPr>
          <a:xfrm>
            <a:off x="5077838" y="4449391"/>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22782F2C-4191-8A9C-82E5-B3E9E3445225}"/>
              </a:ext>
            </a:extLst>
          </p:cNvPr>
          <p:cNvSpPr/>
          <p:nvPr/>
        </p:nvSpPr>
        <p:spPr>
          <a:xfrm>
            <a:off x="5074598" y="5198420"/>
            <a:ext cx="14429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E9BAC066-988B-C1AC-B93C-7BB7BAA22C37}"/>
              </a:ext>
            </a:extLst>
          </p:cNvPr>
          <p:cNvSpPr txBox="1"/>
          <p:nvPr/>
        </p:nvSpPr>
        <p:spPr>
          <a:xfrm>
            <a:off x="4786821" y="4423878"/>
            <a:ext cx="797668" cy="401648"/>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SoC</a:t>
            </a:r>
          </a:p>
        </p:txBody>
      </p:sp>
      <p:sp>
        <p:nvSpPr>
          <p:cNvPr id="12" name="TextBox 11">
            <a:extLst>
              <a:ext uri="{FF2B5EF4-FFF2-40B4-BE49-F238E27FC236}">
                <a16:creationId xmlns:a16="http://schemas.microsoft.com/office/drawing/2014/main" id="{6CD5FACE-474E-DA21-8785-63ACECD9CCF8}"/>
              </a:ext>
            </a:extLst>
          </p:cNvPr>
          <p:cNvSpPr txBox="1"/>
          <p:nvPr/>
        </p:nvSpPr>
        <p:spPr>
          <a:xfrm>
            <a:off x="4243696" y="5136812"/>
            <a:ext cx="797668" cy="553998"/>
          </a:xfrm>
          <a:prstGeom prst="rect">
            <a:avLst/>
          </a:prstGeom>
          <a:noFill/>
        </p:spPr>
        <p:txBody>
          <a:bodyPr wrap="square" lIns="0" tIns="0" rIns="0" bIns="0" rtlCol="0">
            <a:spAutoFit/>
          </a:bodyPr>
          <a:lstStyle/>
          <a:p>
            <a:pPr marL="0" indent="0" algn="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br>
              <a:rPr lang="en-US" sz="1100" kern="1200" dirty="0">
                <a:solidFill>
                  <a:schemeClr val="tx2"/>
                </a:solidFill>
                <a:latin typeface="+mn-lt"/>
                <a:ea typeface="+mn-ea"/>
                <a:cs typeface="+mn-cs"/>
              </a:rPr>
            </a:br>
            <a:br>
              <a:rPr lang="en-US" sz="700" kern="1200" dirty="0">
                <a:solidFill>
                  <a:schemeClr val="tx2"/>
                </a:solidFill>
                <a:latin typeface="+mn-lt"/>
                <a:ea typeface="+mn-ea"/>
                <a:cs typeface="+mn-cs"/>
              </a:rPr>
            </a:br>
            <a:r>
              <a:rPr lang="en-US" sz="1100" kern="1200" dirty="0">
                <a:solidFill>
                  <a:schemeClr val="tx2"/>
                </a:solidFill>
                <a:latin typeface="+mn-lt"/>
                <a:ea typeface="+mn-ea"/>
                <a:cs typeface="+mn-cs"/>
              </a:rPr>
              <a:t>Debug</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UART</a:t>
            </a:r>
          </a:p>
        </p:txBody>
      </p:sp>
      <p:sp>
        <p:nvSpPr>
          <p:cNvPr id="14" name="Rectangle 13">
            <a:extLst>
              <a:ext uri="{FF2B5EF4-FFF2-40B4-BE49-F238E27FC236}">
                <a16:creationId xmlns:a16="http://schemas.microsoft.com/office/drawing/2014/main" id="{1FE321F6-F34A-37D1-12BB-B10BAA6FDC42}"/>
              </a:ext>
            </a:extLst>
          </p:cNvPr>
          <p:cNvSpPr/>
          <p:nvPr/>
        </p:nvSpPr>
        <p:spPr>
          <a:xfrm>
            <a:off x="6576774" y="3615616"/>
            <a:ext cx="466793" cy="150612"/>
          </a:xfrm>
          <a:prstGeom prst="rect">
            <a:avLst/>
          </a:prstGeom>
          <a:solidFill>
            <a:schemeClr val="bg1">
              <a:lumMod val="85000"/>
            </a:schemeClr>
          </a:solidFill>
          <a:ln w="19050">
            <a:solidFill>
              <a:schemeClr val="tx1"/>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E879B63C-0AC2-3B73-5073-AD1FED95CC68}"/>
              </a:ext>
            </a:extLst>
          </p:cNvPr>
          <p:cNvSpPr txBox="1"/>
          <p:nvPr/>
        </p:nvSpPr>
        <p:spPr>
          <a:xfrm>
            <a:off x="7123238" y="3619864"/>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JTAG  Debug</a:t>
            </a:r>
            <a:endParaRPr lang="en-US" sz="1100" kern="1200" dirty="0">
              <a:solidFill>
                <a:schemeClr val="bg1"/>
              </a:solidFill>
              <a:latin typeface="+mn-lt"/>
              <a:ea typeface="+mn-ea"/>
              <a:cs typeface="+mn-cs"/>
            </a:endParaRPr>
          </a:p>
        </p:txBody>
      </p:sp>
      <p:sp>
        <p:nvSpPr>
          <p:cNvPr id="16" name="TextBox 15">
            <a:extLst>
              <a:ext uri="{FF2B5EF4-FFF2-40B4-BE49-F238E27FC236}">
                <a16:creationId xmlns:a16="http://schemas.microsoft.com/office/drawing/2014/main" id="{15224301-C884-7CA7-9EEF-936568588F7E}"/>
              </a:ext>
            </a:extLst>
          </p:cNvPr>
          <p:cNvSpPr txBox="1"/>
          <p:nvPr/>
        </p:nvSpPr>
        <p:spPr>
          <a:xfrm>
            <a:off x="8363863" y="4066770"/>
            <a:ext cx="797668"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Camera</a:t>
            </a:r>
            <a:endParaRPr lang="en-US" sz="1100" kern="1200" dirty="0">
              <a:solidFill>
                <a:schemeClr val="bg1"/>
              </a:solidFill>
              <a:latin typeface="+mn-lt"/>
              <a:ea typeface="+mn-ea"/>
              <a:cs typeface="+mn-cs"/>
            </a:endParaRPr>
          </a:p>
        </p:txBody>
      </p:sp>
      <p:sp>
        <p:nvSpPr>
          <p:cNvPr id="17" name="Arrow: Up-Down 16">
            <a:extLst>
              <a:ext uri="{FF2B5EF4-FFF2-40B4-BE49-F238E27FC236}">
                <a16:creationId xmlns:a16="http://schemas.microsoft.com/office/drawing/2014/main" id="{AB627F64-8F9A-D3E4-C6AA-48D66F186D22}"/>
              </a:ext>
            </a:extLst>
          </p:cNvPr>
          <p:cNvSpPr/>
          <p:nvPr/>
        </p:nvSpPr>
        <p:spPr>
          <a:xfrm rot="16200000">
            <a:off x="4734482" y="4341359"/>
            <a:ext cx="128188" cy="55528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Arrow: Up-Down 17">
            <a:extLst>
              <a:ext uri="{FF2B5EF4-FFF2-40B4-BE49-F238E27FC236}">
                <a16:creationId xmlns:a16="http://schemas.microsoft.com/office/drawing/2014/main" id="{DFB26379-C75C-7A68-9466-C9BEEF898D08}"/>
              </a:ext>
            </a:extLst>
          </p:cNvPr>
          <p:cNvSpPr/>
          <p:nvPr/>
        </p:nvSpPr>
        <p:spPr>
          <a:xfrm rot="16200000">
            <a:off x="4722391" y="5054972"/>
            <a:ext cx="142068" cy="56606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Arrow: Up-Down 18">
            <a:extLst>
              <a:ext uri="{FF2B5EF4-FFF2-40B4-BE49-F238E27FC236}">
                <a16:creationId xmlns:a16="http://schemas.microsoft.com/office/drawing/2014/main" id="{CDB752B4-7B9C-A7AB-9B92-70FFAA59EE87}"/>
              </a:ext>
            </a:extLst>
          </p:cNvPr>
          <p:cNvSpPr/>
          <p:nvPr/>
        </p:nvSpPr>
        <p:spPr>
          <a:xfrm>
            <a:off x="6728460" y="3242384"/>
            <a:ext cx="145804" cy="351782"/>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902132C8-B9F2-CA9C-5D33-97AB757B19DA}"/>
              </a:ext>
            </a:extLst>
          </p:cNvPr>
          <p:cNvSpPr txBox="1"/>
          <p:nvPr/>
        </p:nvSpPr>
        <p:spPr>
          <a:xfrm>
            <a:off x="6958518" y="3228955"/>
            <a:ext cx="1880681" cy="304699"/>
          </a:xfrm>
          <a:prstGeom prst="rect">
            <a:avLst/>
          </a:prstGeom>
          <a:noFill/>
        </p:spPr>
        <p:txBody>
          <a:bodyPr wrap="square" lIns="0" tIns="0" rIns="0" bIns="0" rtlCol="0">
            <a:spAutoFit/>
          </a:bodyPr>
          <a:lstStyle/>
          <a:p>
            <a:pPr marL="0" indent="0"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Connect to CMSIS-DAP Unit </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and </a:t>
            </a:r>
            <a:r>
              <a:rPr lang="en-US" sz="1100" kern="1200" dirty="0" err="1">
                <a:solidFill>
                  <a:schemeClr val="tx2"/>
                </a:solidFill>
                <a:latin typeface="+mn-lt"/>
                <a:ea typeface="+mn-ea"/>
                <a:cs typeface="+mn-cs"/>
              </a:rPr>
              <a:t>pyOCD</a:t>
            </a:r>
            <a:endParaRPr lang="en-US" sz="1100" kern="1200" dirty="0">
              <a:solidFill>
                <a:schemeClr val="tx2"/>
              </a:solidFill>
              <a:latin typeface="+mn-lt"/>
              <a:ea typeface="+mn-ea"/>
              <a:cs typeface="+mn-cs"/>
            </a:endParaRPr>
          </a:p>
        </p:txBody>
      </p:sp>
      <p:sp>
        <p:nvSpPr>
          <p:cNvPr id="21" name="TextBox 20">
            <a:extLst>
              <a:ext uri="{FF2B5EF4-FFF2-40B4-BE49-F238E27FC236}">
                <a16:creationId xmlns:a16="http://schemas.microsoft.com/office/drawing/2014/main" id="{48DCC255-0513-72DD-2401-8E09A42B46A4}"/>
              </a:ext>
            </a:extLst>
          </p:cNvPr>
          <p:cNvSpPr txBox="1"/>
          <p:nvPr/>
        </p:nvSpPr>
        <p:spPr>
          <a:xfrm>
            <a:off x="3714466" y="4423878"/>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SDSIO-Server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USB</a:t>
            </a:r>
          </a:p>
        </p:txBody>
      </p:sp>
      <p:sp>
        <p:nvSpPr>
          <p:cNvPr id="22" name="TextBox 21">
            <a:extLst>
              <a:ext uri="{FF2B5EF4-FFF2-40B4-BE49-F238E27FC236}">
                <a16:creationId xmlns:a16="http://schemas.microsoft.com/office/drawing/2014/main" id="{6F337A92-DF1B-25EF-E33F-B4132A1ABE32}"/>
              </a:ext>
            </a:extLst>
          </p:cNvPr>
          <p:cNvSpPr txBox="1"/>
          <p:nvPr/>
        </p:nvSpPr>
        <p:spPr>
          <a:xfrm>
            <a:off x="6382316" y="5612000"/>
            <a:ext cx="1344364"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bg1"/>
                </a:solidFill>
              </a:rPr>
              <a:t>Alif AppKit-E8-AIML</a:t>
            </a:r>
            <a:endParaRPr lang="en-US" sz="1100" kern="1200" dirty="0">
              <a:solidFill>
                <a:schemeClr val="bg1"/>
              </a:solidFill>
              <a:latin typeface="+mn-lt"/>
              <a:ea typeface="+mn-ea"/>
              <a:cs typeface="+mn-cs"/>
            </a:endParaRPr>
          </a:p>
        </p:txBody>
      </p:sp>
      <p:sp>
        <p:nvSpPr>
          <p:cNvPr id="23" name="TextBox 22">
            <a:extLst>
              <a:ext uri="{FF2B5EF4-FFF2-40B4-BE49-F238E27FC236}">
                <a16:creationId xmlns:a16="http://schemas.microsoft.com/office/drawing/2014/main" id="{8872873F-690F-B70E-79EE-32DD27872179}"/>
              </a:ext>
            </a:extLst>
          </p:cNvPr>
          <p:cNvSpPr txBox="1"/>
          <p:nvPr/>
        </p:nvSpPr>
        <p:spPr>
          <a:xfrm>
            <a:off x="3656813" y="5188506"/>
            <a:ext cx="917137" cy="30469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J-Link Server</a:t>
            </a:r>
            <a:br>
              <a:rPr lang="en-US" sz="1100" kern="1200" dirty="0">
                <a:solidFill>
                  <a:schemeClr val="tx2"/>
                </a:solidFill>
                <a:latin typeface="+mn-lt"/>
                <a:ea typeface="+mn-ea"/>
                <a:cs typeface="+mn-cs"/>
              </a:rPr>
            </a:br>
            <a:r>
              <a:rPr lang="en-US" sz="1100" kern="1200" dirty="0">
                <a:solidFill>
                  <a:schemeClr val="tx2"/>
                </a:solidFill>
                <a:latin typeface="+mn-lt"/>
                <a:ea typeface="+mn-ea"/>
                <a:cs typeface="+mn-cs"/>
              </a:rPr>
              <a:t>Serial Monitor</a:t>
            </a:r>
          </a:p>
        </p:txBody>
      </p:sp>
      <p:pic>
        <p:nvPicPr>
          <p:cNvPr id="7" name="Picture 6">
            <a:extLst>
              <a:ext uri="{FF2B5EF4-FFF2-40B4-BE49-F238E27FC236}">
                <a16:creationId xmlns:a16="http://schemas.microsoft.com/office/drawing/2014/main" id="{353B3245-2936-6EF6-9097-CD52E4B8AC8B}"/>
              </a:ext>
            </a:extLst>
          </p:cNvPr>
          <p:cNvPicPr>
            <a:picLocks noChangeAspect="1"/>
          </p:cNvPicPr>
          <p:nvPr/>
        </p:nvPicPr>
        <p:blipFill>
          <a:blip r:embed="rId3"/>
          <a:stretch>
            <a:fillRect/>
          </a:stretch>
        </p:blipFill>
        <p:spPr>
          <a:xfrm>
            <a:off x="1951299" y="2168353"/>
            <a:ext cx="1218209" cy="863125"/>
          </a:xfrm>
          <a:prstGeom prst="rect">
            <a:avLst/>
          </a:prstGeom>
        </p:spPr>
      </p:pic>
    </p:spTree>
    <p:extLst>
      <p:ext uri="{BB962C8B-B14F-4D97-AF65-F5344CB8AC3E}">
        <p14:creationId xmlns:p14="http://schemas.microsoft.com/office/powerpoint/2010/main" val="36161519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04A608-109A-D66E-5D62-784AA94DF6AF}"/>
              </a:ext>
            </a:extLst>
          </p:cNvPr>
          <p:cNvSpPr>
            <a:spLocks noGrp="1"/>
          </p:cNvSpPr>
          <p:nvPr>
            <p:ph type="title"/>
          </p:nvPr>
        </p:nvSpPr>
        <p:spPr/>
        <p:txBody>
          <a:bodyPr/>
          <a:lstStyle/>
          <a:p>
            <a:r>
              <a:rPr lang="en-US"/>
              <a:t>SDSIO-Server Firmware / Monitor Interface</a:t>
            </a:r>
          </a:p>
        </p:txBody>
      </p:sp>
      <p:sp>
        <p:nvSpPr>
          <p:cNvPr id="4" name="Rectangle 3">
            <a:extLst>
              <a:ext uri="{FF2B5EF4-FFF2-40B4-BE49-F238E27FC236}">
                <a16:creationId xmlns:a16="http://schemas.microsoft.com/office/drawing/2014/main" id="{8F29A6C0-2066-78B0-CBFD-6A1EB85FAC66}"/>
              </a:ext>
            </a:extLst>
          </p:cNvPr>
          <p:cNvSpPr/>
          <p:nvPr/>
        </p:nvSpPr>
        <p:spPr>
          <a:xfrm>
            <a:off x="1829745"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Firmware</a:t>
            </a:r>
          </a:p>
        </p:txBody>
      </p:sp>
      <p:sp>
        <p:nvSpPr>
          <p:cNvPr id="6" name="Rectangle 5">
            <a:extLst>
              <a:ext uri="{FF2B5EF4-FFF2-40B4-BE49-F238E27FC236}">
                <a16:creationId xmlns:a16="http://schemas.microsoft.com/office/drawing/2014/main" id="{C3733F33-C8A8-E75D-1344-F54CD491DB8D}"/>
              </a:ext>
            </a:extLst>
          </p:cNvPr>
          <p:cNvSpPr/>
          <p:nvPr/>
        </p:nvSpPr>
        <p:spPr>
          <a:xfrm>
            <a:off x="7854913"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Monitor</a:t>
            </a:r>
            <a:br>
              <a:rPr lang="en-US" sz="1600"/>
            </a:br>
            <a:r>
              <a:rPr lang="en-US" sz="1600"/>
              <a:t>program</a:t>
            </a:r>
          </a:p>
        </p:txBody>
      </p:sp>
      <p:sp>
        <p:nvSpPr>
          <p:cNvPr id="7" name="Rectangle 6">
            <a:extLst>
              <a:ext uri="{FF2B5EF4-FFF2-40B4-BE49-F238E27FC236}">
                <a16:creationId xmlns:a16="http://schemas.microsoft.com/office/drawing/2014/main" id="{31509270-4247-41C5-D0BE-3F3D2AB68F69}"/>
              </a:ext>
            </a:extLst>
          </p:cNvPr>
          <p:cNvSpPr/>
          <p:nvPr/>
        </p:nvSpPr>
        <p:spPr>
          <a:xfrm>
            <a:off x="4842329" y="2788390"/>
            <a:ext cx="1644133" cy="84465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a:t>SDSIO-Server</a:t>
            </a:r>
          </a:p>
        </p:txBody>
      </p:sp>
      <p:sp>
        <p:nvSpPr>
          <p:cNvPr id="8" name="Arrow: Left-Right 7">
            <a:extLst>
              <a:ext uri="{FF2B5EF4-FFF2-40B4-BE49-F238E27FC236}">
                <a16:creationId xmlns:a16="http://schemas.microsoft.com/office/drawing/2014/main" id="{F767E326-03AC-114C-0694-B2244F7A459E}"/>
              </a:ext>
            </a:extLst>
          </p:cNvPr>
          <p:cNvSpPr/>
          <p:nvPr/>
        </p:nvSpPr>
        <p:spPr>
          <a:xfrm>
            <a:off x="3473878" y="3139672"/>
            <a:ext cx="1368451" cy="142085"/>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 name="Picture 8">
            <a:extLst>
              <a:ext uri="{FF2B5EF4-FFF2-40B4-BE49-F238E27FC236}">
                <a16:creationId xmlns:a16="http://schemas.microsoft.com/office/drawing/2014/main" id="{5C4A7DF1-3FE7-BD74-D728-6A00284466B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583153" y="3329511"/>
            <a:ext cx="182348" cy="18234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10">
            <a:extLst>
              <a:ext uri="{FF2B5EF4-FFF2-40B4-BE49-F238E27FC236}">
                <a16:creationId xmlns:a16="http://schemas.microsoft.com/office/drawing/2014/main" id="{DF8F7B51-70AD-4432-A6EB-30ED5BE6EC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014323" y="3346141"/>
            <a:ext cx="298389" cy="143226"/>
          </a:xfrm>
          <a:prstGeom prst="rect">
            <a:avLst/>
          </a:prstGeom>
          <a:noFill/>
          <a:extLst>
            <a:ext uri="{909E8E84-426E-40DD-AFC4-6F175D3DCCD1}">
              <a14:hiddenFill xmlns:a14="http://schemas.microsoft.com/office/drawing/2010/main">
                <a:solidFill>
                  <a:srgbClr val="FFFFFF"/>
                </a:solidFill>
              </a14:hiddenFill>
            </a:ext>
          </a:extLst>
        </p:spPr>
      </p:pic>
      <p:sp>
        <p:nvSpPr>
          <p:cNvPr id="12" name="Content Placeholder 2">
            <a:extLst>
              <a:ext uri="{FF2B5EF4-FFF2-40B4-BE49-F238E27FC236}">
                <a16:creationId xmlns:a16="http://schemas.microsoft.com/office/drawing/2014/main" id="{1FA0567E-E9D3-C071-9278-F9C8F00234F0}"/>
              </a:ext>
            </a:extLst>
          </p:cNvPr>
          <p:cNvSpPr txBox="1">
            <a:spLocks/>
          </p:cNvSpPr>
          <p:nvPr/>
        </p:nvSpPr>
        <p:spPr>
          <a:xfrm>
            <a:off x="3708993" y="3346141"/>
            <a:ext cx="376691" cy="16571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800" b="1" dirty="0">
                <a:solidFill>
                  <a:schemeClr val="tx1"/>
                </a:solidFill>
                <a:latin typeface="Aeonik Fono" panose="020B0504030300000000" pitchFamily="34" charset="0"/>
              </a:rPr>
              <a:t>or</a:t>
            </a:r>
            <a:endParaRPr kumimoji="0" lang="en-US" sz="800"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3" name="Content Placeholder 2">
            <a:extLst>
              <a:ext uri="{FF2B5EF4-FFF2-40B4-BE49-F238E27FC236}">
                <a16:creationId xmlns:a16="http://schemas.microsoft.com/office/drawing/2014/main" id="{E375F939-A1F3-1A84-B462-BBD07AA81488}"/>
              </a:ext>
            </a:extLst>
          </p:cNvPr>
          <p:cNvSpPr txBox="1">
            <a:spLocks/>
          </p:cNvSpPr>
          <p:nvPr/>
        </p:nvSpPr>
        <p:spPr>
          <a:xfrm>
            <a:off x="4230980" y="3346141"/>
            <a:ext cx="376691" cy="165718"/>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800" b="1" dirty="0">
                <a:solidFill>
                  <a:schemeClr val="tx1"/>
                </a:solidFill>
                <a:latin typeface="Aeonik Fono" panose="020B0504030300000000" pitchFamily="34" charset="0"/>
              </a:rPr>
              <a:t>or</a:t>
            </a:r>
            <a:endParaRPr kumimoji="0" lang="en-US" sz="800" b="1" i="0" u="none" strike="noStrike" kern="1200" cap="none" normalizeH="0" noProof="0" dirty="0">
              <a:ln>
                <a:noFill/>
              </a:ln>
              <a:solidFill>
                <a:schemeClr val="tx1"/>
              </a:solidFill>
              <a:effectLst/>
              <a:uLnTx/>
              <a:uFillTx/>
              <a:latin typeface="Aeonik Fono" panose="020B0504030300000000" pitchFamily="34" charset="0"/>
              <a:ea typeface="ＭＳ Ｐゴシック" charset="0"/>
            </a:endParaRPr>
          </a:p>
        </p:txBody>
      </p:sp>
      <p:sp>
        <p:nvSpPr>
          <p:cNvPr id="15" name="Arrow: Left-Right 14">
            <a:extLst>
              <a:ext uri="{FF2B5EF4-FFF2-40B4-BE49-F238E27FC236}">
                <a16:creationId xmlns:a16="http://schemas.microsoft.com/office/drawing/2014/main" id="{38F9D35A-BD65-9A77-A0C3-5E9138412402}"/>
              </a:ext>
            </a:extLst>
          </p:cNvPr>
          <p:cNvSpPr/>
          <p:nvPr/>
        </p:nvSpPr>
        <p:spPr>
          <a:xfrm>
            <a:off x="6486462" y="3139672"/>
            <a:ext cx="1368451" cy="142085"/>
          </a:xfrm>
          <a:prstGeom prst="leftRightArrow">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3A6A3B10-E5E4-9F47-5E84-122115E55FB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561534" y="3324748"/>
            <a:ext cx="171519" cy="181048"/>
          </a:xfrm>
          <a:prstGeom prst="rect">
            <a:avLst/>
          </a:prstGeom>
        </p:spPr>
      </p:pic>
      <p:pic>
        <p:nvPicPr>
          <p:cNvPr id="18" name="Picture 8">
            <a:extLst>
              <a:ext uri="{FF2B5EF4-FFF2-40B4-BE49-F238E27FC236}">
                <a16:creationId xmlns:a16="http://schemas.microsoft.com/office/drawing/2014/main" id="{EB6A54B3-1AF9-E692-CD00-4CB8C91303D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79513" y="3323448"/>
            <a:ext cx="182348" cy="182348"/>
          </a:xfrm>
          <a:prstGeom prst="rect">
            <a:avLst/>
          </a:prstGeom>
          <a:noFill/>
          <a:extLst>
            <a:ext uri="{909E8E84-426E-40DD-AFC4-6F175D3DCCD1}">
              <a14:hiddenFill xmlns:a14="http://schemas.microsoft.com/office/drawing/2010/main">
                <a:solidFill>
                  <a:srgbClr val="FFFFFF"/>
                </a:solidFill>
              </a14:hiddenFill>
            </a:ext>
          </a:extLst>
        </p:spPr>
      </p:pic>
      <p:sp>
        <p:nvSpPr>
          <p:cNvPr id="21" name="Content Placeholder 2">
            <a:extLst>
              <a:ext uri="{FF2B5EF4-FFF2-40B4-BE49-F238E27FC236}">
                <a16:creationId xmlns:a16="http://schemas.microsoft.com/office/drawing/2014/main" id="{0144CA25-A822-3C08-BF32-1124685473CF}"/>
              </a:ext>
            </a:extLst>
          </p:cNvPr>
          <p:cNvSpPr txBox="1">
            <a:spLocks/>
          </p:cNvSpPr>
          <p:nvPr/>
        </p:nvSpPr>
        <p:spPr>
          <a:xfrm>
            <a:off x="3371839" y="2851032"/>
            <a:ext cx="1582938" cy="376464"/>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200" b="1">
                <a:solidFill>
                  <a:schemeClr val="tx1"/>
                </a:solidFill>
                <a:latin typeface="Aeonik Fono" panose="020B0504030300000000" pitchFamily="34" charset="0"/>
              </a:rPr>
              <a:t>Firmware Protoco</a:t>
            </a:r>
            <a:r>
              <a:rPr lang="en-US" sz="1200" b="1" dirty="0">
                <a:solidFill>
                  <a:schemeClr val="tx1"/>
                </a:solidFill>
                <a:latin typeface="Aeonik Fono" panose="020B0504030300000000" pitchFamily="34" charset="0"/>
              </a:rPr>
              <a:t>l</a:t>
            </a:r>
            <a:endParaRPr kumimoji="0" lang="en-US" sz="1200" b="1" i="0" u="none" strike="noStrike" kern="1200" cap="none" normalizeH="0" noProof="0">
              <a:ln>
                <a:noFill/>
              </a:ln>
              <a:solidFill>
                <a:schemeClr val="tx1"/>
              </a:solidFill>
              <a:effectLst/>
              <a:uLnTx/>
              <a:uFillTx/>
              <a:latin typeface="Aeonik Fono" panose="020B0504030300000000" pitchFamily="34" charset="0"/>
              <a:ea typeface="ＭＳ Ｐゴシック" charset="0"/>
            </a:endParaRPr>
          </a:p>
        </p:txBody>
      </p:sp>
      <p:sp>
        <p:nvSpPr>
          <p:cNvPr id="22" name="Content Placeholder 2">
            <a:extLst>
              <a:ext uri="{FF2B5EF4-FFF2-40B4-BE49-F238E27FC236}">
                <a16:creationId xmlns:a16="http://schemas.microsoft.com/office/drawing/2014/main" id="{8DCD7B86-4F8B-589F-35BC-270240FE7C33}"/>
              </a:ext>
            </a:extLst>
          </p:cNvPr>
          <p:cNvSpPr txBox="1">
            <a:spLocks/>
          </p:cNvSpPr>
          <p:nvPr/>
        </p:nvSpPr>
        <p:spPr>
          <a:xfrm>
            <a:off x="6379218" y="2851032"/>
            <a:ext cx="1582938" cy="376464"/>
          </a:xfrm>
          <a:prstGeom prst="rect">
            <a:avLst/>
          </a:prstGeom>
        </p:spPr>
        <p:txBody>
          <a:bodyPr vert="horz" lIns="0" tIns="0" rIns="0" bIns="0" rtlCol="0">
            <a:noAutofit/>
          </a:bodyPr>
          <a:lstStyle>
            <a:lvl1pPr marL="342900" indent="-342900" algn="l" rtl="0" eaLnBrk="1" fontAlgn="base" hangingPunct="1">
              <a:lnSpc>
                <a:spcPct val="100000"/>
              </a:lnSpc>
              <a:spcBef>
                <a:spcPts val="600"/>
              </a:spcBef>
              <a:spcAft>
                <a:spcPts val="0"/>
              </a:spcAft>
              <a:buClr>
                <a:schemeClr val="accent1"/>
              </a:buClr>
              <a:buFontTx/>
              <a:buBlip>
                <a:blip>
                  <a:extLst>
                    <a:ext uri="{96DAC541-7B7A-43D3-8B79-37D633B846F1}">
                      <asvg:svgBlip xmlns:asvg="http://schemas.microsoft.com/office/drawing/2016/SVG/main" r:embed="rId4"/>
                    </a:ext>
                  </a:extLst>
                </a:blip>
              </a:buBlip>
              <a:defRPr sz="2400" kern="1200">
                <a:solidFill>
                  <a:schemeClr val="tx2"/>
                </a:solidFill>
                <a:latin typeface="+mn-lt"/>
                <a:ea typeface="ＭＳ Ｐゴシック" charset="0"/>
                <a:cs typeface="ＭＳ Ｐゴシック" charset="0"/>
              </a:defRPr>
            </a:lvl1pPr>
            <a:lvl2pPr marL="672783" indent="-166688" algn="l" rtl="0" eaLnBrk="1" fontAlgn="base" hangingPunct="1">
              <a:lnSpc>
                <a:spcPct val="100000"/>
              </a:lnSpc>
              <a:spcBef>
                <a:spcPts val="0"/>
              </a:spcBef>
              <a:spcAft>
                <a:spcPts val="0"/>
              </a:spcAft>
              <a:buClr>
                <a:schemeClr val="accent1"/>
              </a:buClr>
              <a:buSzPct val="80000"/>
              <a:buFont typeface="Arial" charset="0"/>
              <a:buChar char="•"/>
              <a:defRPr sz="2000" kern="1200">
                <a:solidFill>
                  <a:schemeClr val="tx2"/>
                </a:solidFill>
                <a:latin typeface="+mn-lt"/>
                <a:ea typeface="ＭＳ Ｐゴシック" charset="0"/>
                <a:cs typeface="+mn-cs"/>
              </a:defRPr>
            </a:lvl2pPr>
            <a:lvl3pPr marL="947103" indent="-166688"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3pPr>
            <a:lvl4pPr marL="1293178" indent="-173038" algn="l" rtl="0" eaLnBrk="1" fontAlgn="base" hangingPunct="1">
              <a:lnSpc>
                <a:spcPct val="100000"/>
              </a:lnSpc>
              <a:spcBef>
                <a:spcPts val="0"/>
              </a:spcBef>
              <a:spcAft>
                <a:spcPts val="0"/>
              </a:spcAft>
              <a:buClr>
                <a:schemeClr val="accent1"/>
              </a:buClr>
              <a:buSzPct val="80000"/>
              <a:buFont typeface="Wingdings" charset="2"/>
              <a:buChar char="§"/>
              <a:defRPr sz="1800" kern="1200">
                <a:solidFill>
                  <a:schemeClr val="tx2"/>
                </a:solidFill>
                <a:latin typeface="+mn-lt"/>
                <a:ea typeface="ＭＳ Ｐゴシック" charset="0"/>
                <a:cs typeface="+mn-cs"/>
              </a:defRPr>
            </a:lvl4pPr>
            <a:lvl5pPr marL="1518603" indent="-168275" algn="l" rtl="0" eaLnBrk="1" fontAlgn="base" hangingPunct="1">
              <a:lnSpc>
                <a:spcPct val="100000"/>
              </a:lnSpc>
              <a:spcBef>
                <a:spcPts val="0"/>
              </a:spcBef>
              <a:spcAft>
                <a:spcPts val="0"/>
              </a:spcAft>
              <a:buClr>
                <a:schemeClr val="accent1"/>
              </a:buClr>
              <a:buSzPct val="80000"/>
              <a:buFontTx/>
              <a:buBlip>
                <a:blip>
                  <a:extLst>
                    <a:ext uri="{96DAC541-7B7A-43D3-8B79-37D633B846F1}">
                      <asvg:svgBlip xmlns:asvg="http://schemas.microsoft.com/office/drawing/2016/SVG/main" r:embed="rId5"/>
                    </a:ext>
                  </a:extLst>
                </a:blip>
              </a:buBlip>
              <a:defRPr sz="1800" kern="1200">
                <a:solidFill>
                  <a:schemeClr val="tx2"/>
                </a:solidFill>
                <a:latin typeface="+mn-lt"/>
                <a:ea typeface="ＭＳ Ｐゴシック" charset="0"/>
                <a:cs typeface="+mn-cs"/>
              </a:defRPr>
            </a:lvl5pPr>
            <a:lvl6pPr marL="16550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6pPr>
            <a:lvl7pPr marL="18836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7pPr>
            <a:lvl8pPr marL="2112264" indent="-164592" algn="l" defTabSz="914400" rtl="0" eaLnBrk="1" latinLnBrk="0" hangingPunct="1">
              <a:lnSpc>
                <a:spcPct val="100000"/>
              </a:lnSpc>
              <a:spcBef>
                <a:spcPts val="0"/>
              </a:spcBef>
              <a:spcAft>
                <a:spcPts val="0"/>
              </a:spcAft>
              <a:buClr>
                <a:schemeClr val="accent1"/>
              </a:buClr>
              <a:buSzPct val="80000"/>
              <a:buFont typeface="Wingdings" panose="05000000000000000000" pitchFamily="2" charset="2"/>
              <a:buChar char="§"/>
              <a:defRPr lang="en-US" sz="1600" kern="1200">
                <a:solidFill>
                  <a:schemeClr val="tx2"/>
                </a:solidFill>
                <a:latin typeface="+mn-lt"/>
                <a:ea typeface="+mn-ea"/>
                <a:cs typeface="+mn-cs"/>
              </a:defRPr>
            </a:lvl8pPr>
            <a:lvl9pPr marL="2340864" indent="-164592" algn="l" defTabSz="914400" rtl="0" eaLnBrk="1" latinLnBrk="0" hangingPunct="1">
              <a:lnSpc>
                <a:spcPct val="100000"/>
              </a:lnSpc>
              <a:spcBef>
                <a:spcPts val="0"/>
              </a:spcBef>
              <a:spcAft>
                <a:spcPts val="0"/>
              </a:spcAft>
              <a:buClr>
                <a:schemeClr val="accent1"/>
              </a:buClr>
              <a:buSzPct val="80000"/>
              <a:buFont typeface="Calibri" panose="020F0502020204030204" pitchFamily="34" charset="0"/>
              <a:buChar char="–"/>
              <a:defRPr lang="en-US" sz="1600" kern="1200">
                <a:solidFill>
                  <a:schemeClr val="tx2"/>
                </a:solidFill>
                <a:latin typeface="+mn-lt"/>
                <a:ea typeface="+mn-ea"/>
                <a:cs typeface="+mn-cs"/>
              </a:defRPr>
            </a:lvl9pPr>
          </a:lstStyle>
          <a:p>
            <a:pPr marL="0" marR="0" lvl="0" indent="0" algn="ctr" defTabSz="1219170" rtl="0" eaLnBrk="1" fontAlgn="base" latinLnBrk="0" hangingPunct="1">
              <a:lnSpc>
                <a:spcPct val="100000"/>
              </a:lnSpc>
              <a:spcBef>
                <a:spcPts val="800"/>
              </a:spcBef>
              <a:spcAft>
                <a:spcPts val="0"/>
              </a:spcAft>
              <a:buClr>
                <a:srgbClr val="0091BD"/>
              </a:buClr>
              <a:buSzTx/>
              <a:buFontTx/>
              <a:buNone/>
              <a:tabLst/>
              <a:defRPr/>
            </a:pPr>
            <a:r>
              <a:rPr lang="en-US" sz="1200" b="1">
                <a:solidFill>
                  <a:schemeClr val="tx1"/>
                </a:solidFill>
                <a:latin typeface="Aeonik Fono" panose="020B0504030300000000" pitchFamily="34" charset="0"/>
              </a:rPr>
              <a:t>Monitor Protoco</a:t>
            </a:r>
            <a:r>
              <a:rPr lang="en-US" sz="1200" b="1" dirty="0">
                <a:solidFill>
                  <a:schemeClr val="tx1"/>
                </a:solidFill>
                <a:latin typeface="Aeonik Fono" panose="020B0504030300000000" pitchFamily="34" charset="0"/>
              </a:rPr>
              <a:t>l</a:t>
            </a:r>
            <a:endParaRPr kumimoji="0" lang="en-US" sz="1200" b="1" i="0" u="none" strike="noStrike" kern="1200" cap="none" normalizeH="0" noProof="0">
              <a:ln>
                <a:noFill/>
              </a:ln>
              <a:solidFill>
                <a:schemeClr val="tx1"/>
              </a:solidFill>
              <a:effectLst/>
              <a:uLnTx/>
              <a:uFillTx/>
              <a:latin typeface="Aeonik Fono" panose="020B0504030300000000" pitchFamily="34" charset="0"/>
              <a:ea typeface="ＭＳ Ｐゴシック" charset="0"/>
            </a:endParaRPr>
          </a:p>
        </p:txBody>
      </p:sp>
    </p:spTree>
    <p:extLst>
      <p:ext uri="{BB962C8B-B14F-4D97-AF65-F5344CB8AC3E}">
        <p14:creationId xmlns:p14="http://schemas.microsoft.com/office/powerpoint/2010/main" val="7038756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65D138-8AE2-16CF-1690-809DACBB2468}"/>
              </a:ext>
            </a:extLst>
          </p:cNvPr>
          <p:cNvSpPr>
            <a:spLocks noGrp="1"/>
          </p:cNvSpPr>
          <p:nvPr>
            <p:ph type="title"/>
          </p:nvPr>
        </p:nvSpPr>
        <p:spPr/>
        <p:txBody>
          <a:bodyPr/>
          <a:lstStyle/>
          <a:p>
            <a:endParaRPr lang="en-US"/>
          </a:p>
        </p:txBody>
      </p:sp>
      <p:sp>
        <p:nvSpPr>
          <p:cNvPr id="3" name="Rectangle 2">
            <a:extLst>
              <a:ext uri="{FF2B5EF4-FFF2-40B4-BE49-F238E27FC236}">
                <a16:creationId xmlns:a16="http://schemas.microsoft.com/office/drawing/2014/main" id="{35CD7B61-CF71-F47B-A3BC-616FA8E6B14D}"/>
              </a:ext>
            </a:extLst>
          </p:cNvPr>
          <p:cNvSpPr/>
          <p:nvPr/>
        </p:nvSpPr>
        <p:spPr>
          <a:xfrm>
            <a:off x="550820" y="1676282"/>
            <a:ext cx="1772250" cy="10483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Ins="274320" rtlCol="0" anchor="ctr"/>
          <a:lstStyle/>
          <a:p>
            <a:r>
              <a:rPr lang="en-US" sz="1200" dirty="0"/>
              <a:t>Target hardware</a:t>
            </a:r>
            <a:br>
              <a:rPr lang="en-US" sz="1200" dirty="0"/>
            </a:br>
            <a:r>
              <a:rPr lang="en-US" sz="1200" dirty="0"/>
              <a:t>with SDS firmware</a:t>
            </a:r>
            <a:br>
              <a:rPr lang="en-US" sz="1200" dirty="0"/>
            </a:br>
            <a:r>
              <a:rPr lang="en-US" sz="1200" dirty="0"/>
              <a:t>configured for </a:t>
            </a:r>
            <a:br>
              <a:rPr lang="en-US" sz="1200" dirty="0"/>
            </a:br>
            <a:r>
              <a:rPr lang="en-US" sz="1200" dirty="0"/>
              <a:t>USB interface</a:t>
            </a:r>
            <a:endParaRPr lang="en-US" sz="1600" dirty="0"/>
          </a:p>
        </p:txBody>
      </p:sp>
      <p:sp>
        <p:nvSpPr>
          <p:cNvPr id="5" name="Rectangle 4">
            <a:extLst>
              <a:ext uri="{FF2B5EF4-FFF2-40B4-BE49-F238E27FC236}">
                <a16:creationId xmlns:a16="http://schemas.microsoft.com/office/drawing/2014/main" id="{FB0F9EF6-BE29-62B3-00FB-741262AEF4AC}"/>
              </a:ext>
            </a:extLst>
          </p:cNvPr>
          <p:cNvSpPr/>
          <p:nvPr/>
        </p:nvSpPr>
        <p:spPr>
          <a:xfrm>
            <a:off x="2143725" y="2065179"/>
            <a:ext cx="179346"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EB2DB397-5AA5-0DC8-FA49-BC0815A7C20F}"/>
              </a:ext>
            </a:extLst>
          </p:cNvPr>
          <p:cNvSpPr txBox="1"/>
          <p:nvPr/>
        </p:nvSpPr>
        <p:spPr>
          <a:xfrm rot="16200000">
            <a:off x="2084701" y="2163912"/>
            <a:ext cx="349816" cy="152349"/>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100" kern="1200" dirty="0">
                <a:solidFill>
                  <a:schemeClr val="tx2"/>
                </a:solidFill>
                <a:latin typeface="+mn-lt"/>
                <a:ea typeface="+mn-ea"/>
                <a:cs typeface="+mn-cs"/>
              </a:rPr>
              <a:t>USB</a:t>
            </a:r>
          </a:p>
        </p:txBody>
      </p:sp>
      <p:sp>
        <p:nvSpPr>
          <p:cNvPr id="7" name="Rectangle 6">
            <a:extLst>
              <a:ext uri="{FF2B5EF4-FFF2-40B4-BE49-F238E27FC236}">
                <a16:creationId xmlns:a16="http://schemas.microsoft.com/office/drawing/2014/main" id="{EA8B00CF-25E1-44E5-B3E2-BA9CF1EB2434}"/>
              </a:ext>
            </a:extLst>
          </p:cNvPr>
          <p:cNvSpPr/>
          <p:nvPr/>
        </p:nvSpPr>
        <p:spPr>
          <a:xfrm>
            <a:off x="2878354" y="1542193"/>
            <a:ext cx="2897571" cy="11824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lumMod val="50000"/>
                    <a:lumOff val="50000"/>
                  </a:schemeClr>
                </a:solidFill>
              </a:rPr>
              <a:t>Host Computer</a:t>
            </a:r>
          </a:p>
        </p:txBody>
      </p:sp>
      <p:pic>
        <p:nvPicPr>
          <p:cNvPr id="8" name="Picture 7">
            <a:extLst>
              <a:ext uri="{FF2B5EF4-FFF2-40B4-BE49-F238E27FC236}">
                <a16:creationId xmlns:a16="http://schemas.microsoft.com/office/drawing/2014/main" id="{6D7D45A5-CE5D-8D04-D3EB-F7129E585B4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8128" y="2026470"/>
            <a:ext cx="298389" cy="143226"/>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005A6861-6D65-6AFB-35DB-7FF318A545E9}"/>
              </a:ext>
            </a:extLst>
          </p:cNvPr>
          <p:cNvSpPr/>
          <p:nvPr/>
        </p:nvSpPr>
        <p:spPr>
          <a:xfrm>
            <a:off x="2980191" y="1867078"/>
            <a:ext cx="1046309"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SDSIO-Server</a:t>
            </a:r>
            <a:br>
              <a:rPr lang="en-US" sz="1200" dirty="0"/>
            </a:br>
            <a:r>
              <a:rPr lang="en-US" sz="1000" i="1" dirty="0"/>
              <a:t>USB Mode</a:t>
            </a:r>
          </a:p>
        </p:txBody>
      </p:sp>
      <p:sp>
        <p:nvSpPr>
          <p:cNvPr id="6" name="Arrow: Up-Down 5">
            <a:extLst>
              <a:ext uri="{FF2B5EF4-FFF2-40B4-BE49-F238E27FC236}">
                <a16:creationId xmlns:a16="http://schemas.microsoft.com/office/drawing/2014/main" id="{1723408C-BDED-B204-4709-F5ACD2B36FFB}"/>
              </a:ext>
            </a:extLst>
          </p:cNvPr>
          <p:cNvSpPr/>
          <p:nvPr/>
        </p:nvSpPr>
        <p:spPr>
          <a:xfrm rot="16200000">
            <a:off x="2587536" y="1905230"/>
            <a:ext cx="128188" cy="65712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89FC88F-333A-DF74-14A5-E6788DE771EE}"/>
              </a:ext>
            </a:extLst>
          </p:cNvPr>
          <p:cNvSpPr/>
          <p:nvPr/>
        </p:nvSpPr>
        <p:spPr>
          <a:xfrm>
            <a:off x="4561343" y="1867078"/>
            <a:ext cx="1116157"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 VS-Code extension or</a:t>
            </a:r>
          </a:p>
          <a:p>
            <a:pPr algn="ctr"/>
            <a:r>
              <a:rPr lang="en-US" sz="1200" dirty="0" err="1"/>
              <a:t>MLOps</a:t>
            </a:r>
            <a:r>
              <a:rPr lang="en-US" sz="1200" dirty="0"/>
              <a:t> system</a:t>
            </a:r>
            <a:endParaRPr lang="en-US" sz="1600" dirty="0"/>
          </a:p>
        </p:txBody>
      </p:sp>
      <p:sp>
        <p:nvSpPr>
          <p:cNvPr id="11" name="Arrow: Up-Down 10">
            <a:extLst>
              <a:ext uri="{FF2B5EF4-FFF2-40B4-BE49-F238E27FC236}">
                <a16:creationId xmlns:a16="http://schemas.microsoft.com/office/drawing/2014/main" id="{D30935F0-3182-E28B-A6C7-3BF4A444C620}"/>
              </a:ext>
            </a:extLst>
          </p:cNvPr>
          <p:cNvSpPr/>
          <p:nvPr/>
        </p:nvSpPr>
        <p:spPr>
          <a:xfrm rot="16200000">
            <a:off x="4229830" y="1966370"/>
            <a:ext cx="128188" cy="53484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5299BC5D-7B84-4BD7-3DB6-F40CA52FED58}"/>
              </a:ext>
            </a:extLst>
          </p:cNvPr>
          <p:cNvSpPr txBox="1"/>
          <p:nvPr/>
        </p:nvSpPr>
        <p:spPr>
          <a:xfrm>
            <a:off x="4057283" y="2039891"/>
            <a:ext cx="461341" cy="387798"/>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i="1" kern="1200" dirty="0">
                <a:solidFill>
                  <a:schemeClr val="tx2"/>
                </a:solidFill>
                <a:latin typeface="+mn-lt"/>
                <a:ea typeface="+mn-ea"/>
                <a:cs typeface="+mn-cs"/>
              </a:rPr>
              <a:t>Monitor</a:t>
            </a:r>
            <a:br>
              <a:rPr lang="en-US" sz="1000" i="1" kern="1200" dirty="0">
                <a:solidFill>
                  <a:schemeClr val="tx2"/>
                </a:solidFill>
                <a:latin typeface="+mn-lt"/>
                <a:ea typeface="+mn-ea"/>
                <a:cs typeface="+mn-cs"/>
              </a:rPr>
            </a:br>
            <a:br>
              <a:rPr lang="en-US" sz="800" i="1" kern="1200" dirty="0">
                <a:solidFill>
                  <a:schemeClr val="tx2"/>
                </a:solidFill>
                <a:latin typeface="+mn-lt"/>
                <a:ea typeface="+mn-ea"/>
                <a:cs typeface="+mn-cs"/>
              </a:rPr>
            </a:br>
            <a:r>
              <a:rPr lang="en-US" sz="1000" i="1" kern="1200" dirty="0">
                <a:solidFill>
                  <a:schemeClr val="tx2"/>
                </a:solidFill>
                <a:latin typeface="+mn-lt"/>
                <a:ea typeface="+mn-ea"/>
                <a:cs typeface="+mn-cs"/>
              </a:rPr>
              <a:t>Interface</a:t>
            </a:r>
          </a:p>
        </p:txBody>
      </p:sp>
      <p:sp>
        <p:nvSpPr>
          <p:cNvPr id="13" name="Rectangle 12">
            <a:extLst>
              <a:ext uri="{FF2B5EF4-FFF2-40B4-BE49-F238E27FC236}">
                <a16:creationId xmlns:a16="http://schemas.microsoft.com/office/drawing/2014/main" id="{DD40EBE6-67CF-0EEE-A335-7488D983B5D1}"/>
              </a:ext>
            </a:extLst>
          </p:cNvPr>
          <p:cNvSpPr/>
          <p:nvPr/>
        </p:nvSpPr>
        <p:spPr>
          <a:xfrm>
            <a:off x="551094" y="3076808"/>
            <a:ext cx="1772250" cy="10483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Ins="274320" rtlCol="0" anchor="ctr"/>
          <a:lstStyle/>
          <a:p>
            <a:r>
              <a:rPr lang="en-US" sz="1200" dirty="0"/>
              <a:t>Target hardware</a:t>
            </a:r>
            <a:br>
              <a:rPr lang="en-US" sz="1200" dirty="0"/>
            </a:br>
            <a:r>
              <a:rPr lang="en-US" sz="1200" dirty="0"/>
              <a:t>with SDS firmware</a:t>
            </a:r>
            <a:br>
              <a:rPr lang="en-US" sz="1200" dirty="0"/>
            </a:br>
            <a:r>
              <a:rPr lang="en-US" sz="1200" dirty="0"/>
              <a:t>configured for </a:t>
            </a:r>
            <a:br>
              <a:rPr lang="en-US" sz="1200" dirty="0"/>
            </a:br>
            <a:r>
              <a:rPr lang="en-US" sz="1200" dirty="0"/>
              <a:t>Network interface</a:t>
            </a:r>
            <a:endParaRPr lang="en-US" sz="1600" dirty="0"/>
          </a:p>
        </p:txBody>
      </p:sp>
      <p:sp>
        <p:nvSpPr>
          <p:cNvPr id="14" name="Rectangle 13">
            <a:extLst>
              <a:ext uri="{FF2B5EF4-FFF2-40B4-BE49-F238E27FC236}">
                <a16:creationId xmlns:a16="http://schemas.microsoft.com/office/drawing/2014/main" id="{8E767EFB-0EF4-59FB-4836-F723804630FC}"/>
              </a:ext>
            </a:extLst>
          </p:cNvPr>
          <p:cNvSpPr/>
          <p:nvPr/>
        </p:nvSpPr>
        <p:spPr>
          <a:xfrm>
            <a:off x="1864310" y="3465705"/>
            <a:ext cx="459035" cy="337225"/>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B10B343A-3270-1315-15E0-97036477260E}"/>
              </a:ext>
            </a:extLst>
          </p:cNvPr>
          <p:cNvSpPr/>
          <p:nvPr/>
        </p:nvSpPr>
        <p:spPr>
          <a:xfrm>
            <a:off x="2887417" y="3291068"/>
            <a:ext cx="2897571" cy="11824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lumMod val="50000"/>
                    <a:lumOff val="50000"/>
                  </a:schemeClr>
                </a:solidFill>
              </a:rPr>
              <a:t>Host Computer</a:t>
            </a:r>
          </a:p>
        </p:txBody>
      </p:sp>
      <p:sp>
        <p:nvSpPr>
          <p:cNvPr id="18" name="Rectangle 17">
            <a:extLst>
              <a:ext uri="{FF2B5EF4-FFF2-40B4-BE49-F238E27FC236}">
                <a16:creationId xmlns:a16="http://schemas.microsoft.com/office/drawing/2014/main" id="{16BA5C3B-EBDD-625C-2855-F9C9D33A0C1A}"/>
              </a:ext>
            </a:extLst>
          </p:cNvPr>
          <p:cNvSpPr/>
          <p:nvPr/>
        </p:nvSpPr>
        <p:spPr>
          <a:xfrm>
            <a:off x="2989254" y="3615953"/>
            <a:ext cx="1046309"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SDSIO-Server</a:t>
            </a:r>
            <a:br>
              <a:rPr lang="en-US" sz="1200" dirty="0"/>
            </a:br>
            <a:r>
              <a:rPr lang="en-US" sz="1000" i="1" dirty="0"/>
              <a:t>Socket Mode</a:t>
            </a:r>
            <a:br>
              <a:rPr lang="en-US" sz="1000" i="1" dirty="0"/>
            </a:br>
            <a:r>
              <a:rPr lang="en-US" sz="1000" i="1" dirty="0"/>
              <a:t>(listen)</a:t>
            </a:r>
          </a:p>
        </p:txBody>
      </p:sp>
      <p:sp>
        <p:nvSpPr>
          <p:cNvPr id="19" name="Arrow: Up-Down 18">
            <a:extLst>
              <a:ext uri="{FF2B5EF4-FFF2-40B4-BE49-F238E27FC236}">
                <a16:creationId xmlns:a16="http://schemas.microsoft.com/office/drawing/2014/main" id="{691DEFAE-5ABD-149E-1D96-022EAB32B587}"/>
              </a:ext>
            </a:extLst>
          </p:cNvPr>
          <p:cNvSpPr/>
          <p:nvPr/>
        </p:nvSpPr>
        <p:spPr>
          <a:xfrm rot="16200000">
            <a:off x="2408445" y="3485122"/>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D8F8022F-1047-5544-FEE7-0DDE41D2F7EB}"/>
              </a:ext>
            </a:extLst>
          </p:cNvPr>
          <p:cNvSpPr/>
          <p:nvPr/>
        </p:nvSpPr>
        <p:spPr>
          <a:xfrm>
            <a:off x="4570406" y="3615953"/>
            <a:ext cx="1116157"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 VS-Code extension or</a:t>
            </a:r>
          </a:p>
          <a:p>
            <a:pPr algn="ctr"/>
            <a:r>
              <a:rPr lang="en-US" sz="1200" dirty="0" err="1"/>
              <a:t>MLOps</a:t>
            </a:r>
            <a:r>
              <a:rPr lang="en-US" sz="1200" dirty="0"/>
              <a:t> system</a:t>
            </a:r>
            <a:endParaRPr lang="en-US" sz="1600" dirty="0"/>
          </a:p>
        </p:txBody>
      </p:sp>
      <p:sp>
        <p:nvSpPr>
          <p:cNvPr id="21" name="Arrow: Up-Down 20">
            <a:extLst>
              <a:ext uri="{FF2B5EF4-FFF2-40B4-BE49-F238E27FC236}">
                <a16:creationId xmlns:a16="http://schemas.microsoft.com/office/drawing/2014/main" id="{4E3A461E-A643-BBCC-298B-F8164C293E30}"/>
              </a:ext>
            </a:extLst>
          </p:cNvPr>
          <p:cNvSpPr/>
          <p:nvPr/>
        </p:nvSpPr>
        <p:spPr>
          <a:xfrm rot="16200000">
            <a:off x="4238893" y="3715245"/>
            <a:ext cx="128188" cy="53484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67114F04-B708-6672-F23F-9A2A11C1B1D9}"/>
              </a:ext>
            </a:extLst>
          </p:cNvPr>
          <p:cNvSpPr txBox="1"/>
          <p:nvPr/>
        </p:nvSpPr>
        <p:spPr>
          <a:xfrm>
            <a:off x="4066346" y="3788766"/>
            <a:ext cx="461341" cy="387798"/>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i="1" kern="1200" dirty="0">
                <a:solidFill>
                  <a:schemeClr val="tx2"/>
                </a:solidFill>
                <a:latin typeface="+mn-lt"/>
                <a:ea typeface="+mn-ea"/>
                <a:cs typeface="+mn-cs"/>
              </a:rPr>
              <a:t>Monitor</a:t>
            </a:r>
            <a:br>
              <a:rPr lang="en-US" sz="1000" i="1" kern="1200" dirty="0">
                <a:solidFill>
                  <a:schemeClr val="tx2"/>
                </a:solidFill>
                <a:latin typeface="+mn-lt"/>
                <a:ea typeface="+mn-ea"/>
                <a:cs typeface="+mn-cs"/>
              </a:rPr>
            </a:br>
            <a:br>
              <a:rPr lang="en-US" sz="800" i="1" kern="1200" dirty="0">
                <a:solidFill>
                  <a:schemeClr val="tx2"/>
                </a:solidFill>
                <a:latin typeface="+mn-lt"/>
                <a:ea typeface="+mn-ea"/>
                <a:cs typeface="+mn-cs"/>
              </a:rPr>
            </a:br>
            <a:r>
              <a:rPr lang="en-US" sz="1000" i="1" kern="1200" dirty="0">
                <a:solidFill>
                  <a:schemeClr val="tx2"/>
                </a:solidFill>
                <a:latin typeface="+mn-lt"/>
                <a:ea typeface="+mn-ea"/>
                <a:cs typeface="+mn-cs"/>
              </a:rPr>
              <a:t>Interface</a:t>
            </a:r>
          </a:p>
        </p:txBody>
      </p:sp>
      <p:sp>
        <p:nvSpPr>
          <p:cNvPr id="23" name="TextBox 22">
            <a:extLst>
              <a:ext uri="{FF2B5EF4-FFF2-40B4-BE49-F238E27FC236}">
                <a16:creationId xmlns:a16="http://schemas.microsoft.com/office/drawing/2014/main" id="{6F9B9976-1AEF-053B-55FB-D96027880383}"/>
              </a:ext>
            </a:extLst>
          </p:cNvPr>
          <p:cNvSpPr txBox="1"/>
          <p:nvPr/>
        </p:nvSpPr>
        <p:spPr>
          <a:xfrm>
            <a:off x="1829531" y="3576801"/>
            <a:ext cx="537669" cy="124650"/>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900" dirty="0">
                <a:solidFill>
                  <a:schemeClr val="tx2"/>
                </a:solidFill>
              </a:rPr>
              <a:t>Ethernet</a:t>
            </a:r>
            <a:endParaRPr lang="en-US" sz="900" kern="1200" dirty="0">
              <a:solidFill>
                <a:schemeClr val="tx2"/>
              </a:solidFill>
              <a:latin typeface="+mn-lt"/>
              <a:ea typeface="+mn-ea"/>
              <a:cs typeface="+mn-cs"/>
            </a:endParaRPr>
          </a:p>
        </p:txBody>
      </p:sp>
      <p:pic>
        <p:nvPicPr>
          <p:cNvPr id="24" name="Picture 8">
            <a:extLst>
              <a:ext uri="{FF2B5EF4-FFF2-40B4-BE49-F238E27FC236}">
                <a16:creationId xmlns:a16="http://schemas.microsoft.com/office/drawing/2014/main" id="{5220C9C5-8B74-EDA5-AB0A-6143BE97CE8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2621" y="3721395"/>
            <a:ext cx="182348" cy="182348"/>
          </a:xfrm>
          <a:prstGeom prst="rect">
            <a:avLst/>
          </a:prstGeom>
          <a:noFill/>
          <a:extLst>
            <a:ext uri="{909E8E84-426E-40DD-AFC4-6F175D3DCCD1}">
              <a14:hiddenFill xmlns:a14="http://schemas.microsoft.com/office/drawing/2010/main">
                <a:solidFill>
                  <a:srgbClr val="FFFFFF"/>
                </a:solidFill>
              </a14:hiddenFill>
            </a:ext>
          </a:extLst>
        </p:spPr>
      </p:pic>
      <p:cxnSp>
        <p:nvCxnSpPr>
          <p:cNvPr id="26" name="Straight Connector 25">
            <a:extLst>
              <a:ext uri="{FF2B5EF4-FFF2-40B4-BE49-F238E27FC236}">
                <a16:creationId xmlns:a16="http://schemas.microsoft.com/office/drawing/2014/main" id="{94BC504D-F53A-829D-9FD7-1B8785556DB1}"/>
              </a:ext>
            </a:extLst>
          </p:cNvPr>
          <p:cNvCxnSpPr>
            <a:cxnSpLocks/>
          </p:cNvCxnSpPr>
          <p:nvPr/>
        </p:nvCxnSpPr>
        <p:spPr>
          <a:xfrm>
            <a:off x="2659056" y="3166197"/>
            <a:ext cx="0" cy="1307342"/>
          </a:xfrm>
          <a:prstGeom prst="line">
            <a:avLst/>
          </a:prstGeom>
          <a:ln w="76200">
            <a:solidFill>
              <a:schemeClr val="accent6">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B937CC19-AE61-240A-733C-D565DEF4E4EA}"/>
              </a:ext>
            </a:extLst>
          </p:cNvPr>
          <p:cNvSpPr txBox="1"/>
          <p:nvPr/>
        </p:nvSpPr>
        <p:spPr>
          <a:xfrm>
            <a:off x="2570874" y="3000633"/>
            <a:ext cx="396877" cy="152349"/>
          </a:xfrm>
          <a:prstGeom prst="rect">
            <a:avLst/>
          </a:prstGeom>
          <a:noFill/>
        </p:spPr>
        <p:txBody>
          <a:bodyPr wrap="square" lIns="0" tIns="0" rIns="0" bIns="0" rtlCol="0">
            <a:spAutoFit/>
          </a:bodyPr>
          <a:lstStyle/>
          <a:p>
            <a:pPr marL="0" indent="0" algn="l" defTabSz="914400" rtl="0" eaLnBrk="1" latinLnBrk="0" hangingPunct="1">
              <a:lnSpc>
                <a:spcPct val="90000"/>
              </a:lnSpc>
              <a:spcBef>
                <a:spcPts val="0"/>
              </a:spcBef>
              <a:spcAft>
                <a:spcPts val="600"/>
              </a:spcAft>
              <a:buFont typeface="Arial" panose="020B0604020202020204" pitchFamily="34" charset="0"/>
              <a:buNone/>
            </a:pPr>
            <a:r>
              <a:rPr lang="en-US" sz="1100" dirty="0">
                <a:solidFill>
                  <a:schemeClr val="tx2"/>
                </a:solidFill>
              </a:rPr>
              <a:t>LAN</a:t>
            </a:r>
            <a:endParaRPr lang="en-US" sz="1100" kern="1200" dirty="0">
              <a:solidFill>
                <a:schemeClr val="tx2"/>
              </a:solidFill>
              <a:latin typeface="+mn-lt"/>
              <a:ea typeface="+mn-ea"/>
              <a:cs typeface="+mn-cs"/>
            </a:endParaRPr>
          </a:p>
        </p:txBody>
      </p:sp>
      <p:sp>
        <p:nvSpPr>
          <p:cNvPr id="30" name="Arrow: Up-Down 29">
            <a:extLst>
              <a:ext uri="{FF2B5EF4-FFF2-40B4-BE49-F238E27FC236}">
                <a16:creationId xmlns:a16="http://schemas.microsoft.com/office/drawing/2014/main" id="{166B03C1-8DCA-D51B-3401-82826A885751}"/>
              </a:ext>
            </a:extLst>
          </p:cNvPr>
          <p:cNvSpPr/>
          <p:nvPr/>
        </p:nvSpPr>
        <p:spPr>
          <a:xfrm rot="16200000">
            <a:off x="2778805" y="3827536"/>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D363A85F-CE8B-D734-8CFF-D8368FAEC7AF}"/>
              </a:ext>
            </a:extLst>
          </p:cNvPr>
          <p:cNvSpPr/>
          <p:nvPr/>
        </p:nvSpPr>
        <p:spPr>
          <a:xfrm>
            <a:off x="579097" y="4923669"/>
            <a:ext cx="1772250" cy="1048383"/>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91440" rIns="274320" rtlCol="0" anchor="ctr"/>
          <a:lstStyle/>
          <a:p>
            <a:r>
              <a:rPr lang="en-US" sz="1200" dirty="0"/>
              <a:t>Target hardware</a:t>
            </a:r>
            <a:br>
              <a:rPr lang="en-US" sz="1200" dirty="0"/>
            </a:br>
            <a:r>
              <a:rPr lang="en-US" sz="1200" dirty="0"/>
              <a:t>with SDS firmware</a:t>
            </a:r>
            <a:br>
              <a:rPr lang="en-US" sz="1200" dirty="0"/>
            </a:br>
            <a:r>
              <a:rPr lang="en-US" sz="1200" dirty="0"/>
              <a:t>configured for </a:t>
            </a:r>
            <a:br>
              <a:rPr lang="en-US" sz="1200" dirty="0"/>
            </a:br>
            <a:r>
              <a:rPr lang="en-US" sz="1200" dirty="0"/>
              <a:t>RTT interface</a:t>
            </a:r>
            <a:endParaRPr lang="en-US" sz="1600" dirty="0"/>
          </a:p>
        </p:txBody>
      </p:sp>
      <p:sp>
        <p:nvSpPr>
          <p:cNvPr id="33" name="Rectangle 32">
            <a:extLst>
              <a:ext uri="{FF2B5EF4-FFF2-40B4-BE49-F238E27FC236}">
                <a16:creationId xmlns:a16="http://schemas.microsoft.com/office/drawing/2014/main" id="{DC69FD19-D137-8794-FA28-984C42B2A2E5}"/>
              </a:ext>
            </a:extLst>
          </p:cNvPr>
          <p:cNvSpPr/>
          <p:nvPr/>
        </p:nvSpPr>
        <p:spPr>
          <a:xfrm>
            <a:off x="2143725" y="5277030"/>
            <a:ext cx="207623" cy="403861"/>
          </a:xfrm>
          <a:prstGeom prst="rect">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DCFFB5FA-D26D-D29A-BBFF-5288FBBF1113}"/>
              </a:ext>
            </a:extLst>
          </p:cNvPr>
          <p:cNvSpPr/>
          <p:nvPr/>
        </p:nvSpPr>
        <p:spPr>
          <a:xfrm>
            <a:off x="3525025" y="4788678"/>
            <a:ext cx="2897571" cy="11824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r>
              <a:rPr lang="en-US" sz="1200" dirty="0">
                <a:solidFill>
                  <a:schemeClr val="tx1">
                    <a:lumMod val="50000"/>
                    <a:lumOff val="50000"/>
                  </a:schemeClr>
                </a:solidFill>
              </a:rPr>
              <a:t>Host Computer</a:t>
            </a:r>
          </a:p>
        </p:txBody>
      </p:sp>
      <p:sp>
        <p:nvSpPr>
          <p:cNvPr id="35" name="Rectangle 34">
            <a:extLst>
              <a:ext uri="{FF2B5EF4-FFF2-40B4-BE49-F238E27FC236}">
                <a16:creationId xmlns:a16="http://schemas.microsoft.com/office/drawing/2014/main" id="{094CB38C-C00B-DAFC-747D-0FB0B952BC6B}"/>
              </a:ext>
            </a:extLst>
          </p:cNvPr>
          <p:cNvSpPr/>
          <p:nvPr/>
        </p:nvSpPr>
        <p:spPr>
          <a:xfrm>
            <a:off x="3626862" y="5113563"/>
            <a:ext cx="1046309"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SDSIO-Server</a:t>
            </a:r>
            <a:br>
              <a:rPr lang="en-US" sz="1200" dirty="0"/>
            </a:br>
            <a:r>
              <a:rPr lang="en-US" sz="1000" i="1" dirty="0"/>
              <a:t>Socket Mode</a:t>
            </a:r>
            <a:br>
              <a:rPr lang="en-US" sz="1000" i="1" dirty="0"/>
            </a:br>
            <a:r>
              <a:rPr lang="en-US" sz="1000" i="1" dirty="0"/>
              <a:t>(connect)</a:t>
            </a:r>
          </a:p>
        </p:txBody>
      </p:sp>
      <p:sp>
        <p:nvSpPr>
          <p:cNvPr id="37" name="Rectangle 36">
            <a:extLst>
              <a:ext uri="{FF2B5EF4-FFF2-40B4-BE49-F238E27FC236}">
                <a16:creationId xmlns:a16="http://schemas.microsoft.com/office/drawing/2014/main" id="{6D27D3ED-2251-BC61-4E71-E5CEEF0226EF}"/>
              </a:ext>
            </a:extLst>
          </p:cNvPr>
          <p:cNvSpPr/>
          <p:nvPr/>
        </p:nvSpPr>
        <p:spPr>
          <a:xfrm>
            <a:off x="5208014" y="5113563"/>
            <a:ext cx="1116157" cy="74509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dirty="0"/>
              <a:t>SDS VS-Code extension or</a:t>
            </a:r>
          </a:p>
          <a:p>
            <a:pPr algn="ctr"/>
            <a:r>
              <a:rPr lang="en-US" sz="1200" dirty="0" err="1"/>
              <a:t>MLOps</a:t>
            </a:r>
            <a:r>
              <a:rPr lang="en-US" sz="1200" dirty="0"/>
              <a:t> system</a:t>
            </a:r>
            <a:endParaRPr lang="en-US" sz="1600" dirty="0"/>
          </a:p>
        </p:txBody>
      </p:sp>
      <p:sp>
        <p:nvSpPr>
          <p:cNvPr id="38" name="Arrow: Up-Down 37">
            <a:extLst>
              <a:ext uri="{FF2B5EF4-FFF2-40B4-BE49-F238E27FC236}">
                <a16:creationId xmlns:a16="http://schemas.microsoft.com/office/drawing/2014/main" id="{10225300-488C-BFDF-5901-5E5611FF8479}"/>
              </a:ext>
            </a:extLst>
          </p:cNvPr>
          <p:cNvSpPr/>
          <p:nvPr/>
        </p:nvSpPr>
        <p:spPr>
          <a:xfrm rot="16200000">
            <a:off x="4876501" y="5212855"/>
            <a:ext cx="128188" cy="534844"/>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TextBox 38">
            <a:extLst>
              <a:ext uri="{FF2B5EF4-FFF2-40B4-BE49-F238E27FC236}">
                <a16:creationId xmlns:a16="http://schemas.microsoft.com/office/drawing/2014/main" id="{E2C75EC2-28B4-5974-EE81-3FEC642D2A97}"/>
              </a:ext>
            </a:extLst>
          </p:cNvPr>
          <p:cNvSpPr txBox="1"/>
          <p:nvPr/>
        </p:nvSpPr>
        <p:spPr>
          <a:xfrm>
            <a:off x="4703954" y="5286376"/>
            <a:ext cx="461341" cy="387798"/>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1000" i="1" kern="1200" dirty="0">
                <a:solidFill>
                  <a:schemeClr val="tx2"/>
                </a:solidFill>
                <a:latin typeface="+mn-lt"/>
                <a:ea typeface="+mn-ea"/>
                <a:cs typeface="+mn-cs"/>
              </a:rPr>
              <a:t>Monitor</a:t>
            </a:r>
            <a:br>
              <a:rPr lang="en-US" sz="1000" i="1" kern="1200" dirty="0">
                <a:solidFill>
                  <a:schemeClr val="tx2"/>
                </a:solidFill>
                <a:latin typeface="+mn-lt"/>
                <a:ea typeface="+mn-ea"/>
                <a:cs typeface="+mn-cs"/>
              </a:rPr>
            </a:br>
            <a:br>
              <a:rPr lang="en-US" sz="800" i="1" kern="1200" dirty="0">
                <a:solidFill>
                  <a:schemeClr val="tx2"/>
                </a:solidFill>
                <a:latin typeface="+mn-lt"/>
                <a:ea typeface="+mn-ea"/>
                <a:cs typeface="+mn-cs"/>
              </a:rPr>
            </a:br>
            <a:r>
              <a:rPr lang="en-US" sz="1000" i="1" kern="1200" dirty="0">
                <a:solidFill>
                  <a:schemeClr val="tx2"/>
                </a:solidFill>
                <a:latin typeface="+mn-lt"/>
                <a:ea typeface="+mn-ea"/>
                <a:cs typeface="+mn-cs"/>
              </a:rPr>
              <a:t>Interface</a:t>
            </a:r>
          </a:p>
        </p:txBody>
      </p:sp>
      <p:sp>
        <p:nvSpPr>
          <p:cNvPr id="40" name="TextBox 39">
            <a:extLst>
              <a:ext uri="{FF2B5EF4-FFF2-40B4-BE49-F238E27FC236}">
                <a16:creationId xmlns:a16="http://schemas.microsoft.com/office/drawing/2014/main" id="{E0FB5D27-E228-D7AC-E780-6D21F5D6855D}"/>
              </a:ext>
            </a:extLst>
          </p:cNvPr>
          <p:cNvSpPr txBox="1"/>
          <p:nvPr/>
        </p:nvSpPr>
        <p:spPr>
          <a:xfrm rot="16200000">
            <a:off x="1990775" y="5415479"/>
            <a:ext cx="537669" cy="124650"/>
          </a:xfrm>
          <a:prstGeom prst="rect">
            <a:avLst/>
          </a:prstGeom>
          <a:noFill/>
        </p:spPr>
        <p:txBody>
          <a:bodyPr wrap="square" lIns="0" tIns="0" rIns="0" bIns="0" rtlCol="0">
            <a:spAutoFit/>
          </a:bodyPr>
          <a:lstStyle/>
          <a:p>
            <a:pPr marL="0" indent="0" algn="ctr" defTabSz="914400" rtl="0" eaLnBrk="1" latinLnBrk="0" hangingPunct="1">
              <a:lnSpc>
                <a:spcPct val="90000"/>
              </a:lnSpc>
              <a:spcBef>
                <a:spcPts val="0"/>
              </a:spcBef>
              <a:spcAft>
                <a:spcPts val="600"/>
              </a:spcAft>
              <a:buFont typeface="Arial" panose="020B0604020202020204" pitchFamily="34" charset="0"/>
              <a:buNone/>
            </a:pPr>
            <a:r>
              <a:rPr lang="en-US" sz="900" dirty="0">
                <a:solidFill>
                  <a:schemeClr val="tx2"/>
                </a:solidFill>
              </a:rPr>
              <a:t>Debug</a:t>
            </a:r>
            <a:endParaRPr lang="en-US" sz="900" kern="1200" dirty="0">
              <a:solidFill>
                <a:schemeClr val="tx2"/>
              </a:solidFill>
              <a:latin typeface="+mn-lt"/>
              <a:ea typeface="+mn-ea"/>
              <a:cs typeface="+mn-cs"/>
            </a:endParaRPr>
          </a:p>
        </p:txBody>
      </p:sp>
      <p:sp>
        <p:nvSpPr>
          <p:cNvPr id="44" name="Arrow: Up-Down 43">
            <a:extLst>
              <a:ext uri="{FF2B5EF4-FFF2-40B4-BE49-F238E27FC236}">
                <a16:creationId xmlns:a16="http://schemas.microsoft.com/office/drawing/2014/main" id="{756F2491-1893-CA72-FA86-B7BA48144BE7}"/>
              </a:ext>
            </a:extLst>
          </p:cNvPr>
          <p:cNvSpPr/>
          <p:nvPr/>
        </p:nvSpPr>
        <p:spPr>
          <a:xfrm rot="16200000">
            <a:off x="3416413" y="5325146"/>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5" name="Picture 44">
            <a:extLst>
              <a:ext uri="{FF2B5EF4-FFF2-40B4-BE49-F238E27FC236}">
                <a16:creationId xmlns:a16="http://schemas.microsoft.com/office/drawing/2014/main" id="{7FBC6D61-870E-D301-DEA7-C80AFF6CC736}"/>
              </a:ext>
            </a:extLst>
          </p:cNvPr>
          <p:cNvPicPr>
            <a:picLocks noChangeAspect="1"/>
          </p:cNvPicPr>
          <p:nvPr/>
        </p:nvPicPr>
        <p:blipFill>
          <a:blip r:embed="rId4"/>
          <a:stretch>
            <a:fillRect/>
          </a:stretch>
        </p:blipFill>
        <p:spPr>
          <a:xfrm>
            <a:off x="2646463" y="5233193"/>
            <a:ext cx="685876" cy="485957"/>
          </a:xfrm>
          <a:prstGeom prst="rect">
            <a:avLst/>
          </a:prstGeom>
        </p:spPr>
      </p:pic>
      <p:sp>
        <p:nvSpPr>
          <p:cNvPr id="46" name="Arrow: Up-Down 45">
            <a:extLst>
              <a:ext uri="{FF2B5EF4-FFF2-40B4-BE49-F238E27FC236}">
                <a16:creationId xmlns:a16="http://schemas.microsoft.com/office/drawing/2014/main" id="{1F10E031-D56E-D751-D790-EA3465E0D658}"/>
              </a:ext>
            </a:extLst>
          </p:cNvPr>
          <p:cNvSpPr/>
          <p:nvPr/>
        </p:nvSpPr>
        <p:spPr>
          <a:xfrm rot="16200000">
            <a:off x="2433172" y="5328608"/>
            <a:ext cx="128190" cy="298391"/>
          </a:xfrm>
          <a:prstGeom prst="upDownArrow">
            <a:avLst/>
          </a:prstGeom>
          <a:solidFill>
            <a:schemeClr val="accent2">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68438185"/>
      </p:ext>
    </p:extLst>
  </p:cSld>
  <p:clrMapOvr>
    <a:masterClrMapping/>
  </p:clrMapOvr>
</p:sld>
</file>

<file path=ppt/theme/theme1.xml><?xml version="1.0" encoding="utf-8"?>
<a:theme xmlns:a="http://schemas.openxmlformats.org/drawingml/2006/main" name="Arm_PPT_Public">
  <a:themeElements>
    <a:clrScheme name="Arm PPT">
      <a:dk1>
        <a:srgbClr val="000000"/>
      </a:dk1>
      <a:lt1>
        <a:srgbClr val="FFFFFF"/>
      </a:lt1>
      <a:dk2>
        <a:srgbClr val="333E48"/>
      </a:dk2>
      <a:lt2>
        <a:srgbClr val="E5ECEB"/>
      </a:lt2>
      <a:accent1>
        <a:srgbClr val="0091BD"/>
      </a:accent1>
      <a:accent2>
        <a:srgbClr val="002B49"/>
      </a:accent2>
      <a:accent3>
        <a:srgbClr val="FFC700"/>
      </a:accent3>
      <a:accent4>
        <a:srgbClr val="95D600"/>
      </a:accent4>
      <a:accent5>
        <a:srgbClr val="FF6B00"/>
      </a:accent5>
      <a:accent6>
        <a:srgbClr val="7D868C"/>
      </a:accent6>
      <a:hlink>
        <a:srgbClr val="00C1DE"/>
      </a:hlink>
      <a:folHlink>
        <a:srgbClr val="002F6C"/>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1"/>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marL="0" indent="0" algn="l" defTabSz="914400" rtl="0" eaLnBrk="1" latinLnBrk="0" hangingPunct="1">
          <a:lnSpc>
            <a:spcPct val="90000"/>
          </a:lnSpc>
          <a:spcBef>
            <a:spcPts val="0"/>
          </a:spcBef>
          <a:spcAft>
            <a:spcPts val="600"/>
          </a:spcAft>
          <a:buFont typeface="Arial" panose="020B0604020202020204" pitchFamily="34" charset="0"/>
          <a:buNone/>
          <a:defRPr sz="2100" kern="1200" dirty="0" err="1" smtClean="0">
            <a:solidFill>
              <a:schemeClr val="tx2"/>
            </a:solidFill>
            <a:latin typeface="+mn-lt"/>
            <a:ea typeface="+mn-ea"/>
            <a:cs typeface="+mn-cs"/>
          </a:defRPr>
        </a:defPPr>
      </a:lstStyle>
    </a:txDef>
  </a:objectDefaults>
  <a:extraClrSchemeLst/>
  <a:extLst>
    <a:ext uri="{05A4C25C-085E-4340-85A3-A5531E510DB2}">
      <thm15:themeFamily xmlns:thm15="http://schemas.microsoft.com/office/thememl/2012/main" name="Presentation37" id="{BAEDCA4E-07D3-CF45-8582-069B713BBD79}" vid="{B429C1B6-4366-0543-9EF0-CA4016DA9155}"/>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7867</TotalTime>
  <Words>4508</Words>
  <Application>Microsoft Office PowerPoint</Application>
  <PresentationFormat>Widescreen</PresentationFormat>
  <Paragraphs>712</Paragraphs>
  <Slides>23</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23</vt:i4>
      </vt:variant>
    </vt:vector>
  </HeadingPairs>
  <TitlesOfParts>
    <vt:vector size="31" baseType="lpstr">
      <vt:lpstr>Aeonik</vt:lpstr>
      <vt:lpstr>Aeonik Fono</vt:lpstr>
      <vt:lpstr>-apple-system</vt:lpstr>
      <vt:lpstr>Arial</vt:lpstr>
      <vt:lpstr>Calibri</vt:lpstr>
      <vt:lpstr>Courier New</vt:lpstr>
      <vt:lpstr>Wingdings</vt:lpstr>
      <vt:lpstr>Arm_PPT_Public</vt:lpstr>
      <vt:lpstr>Development Flow for Edge AI Devices</vt:lpstr>
      <vt:lpstr>Development Flow for Edge AI Devices</vt:lpstr>
      <vt:lpstr>SDS-Framework: Record Real-world Data and Playback to AVH</vt:lpstr>
      <vt:lpstr>Development Flow for Edge AI Devices</vt:lpstr>
      <vt:lpstr>Challenge: Validate and Optimize Algorithms with Real World Data</vt:lpstr>
      <vt:lpstr>PowerPoint Presentation</vt:lpstr>
      <vt:lpstr>SDS software developer framework DSP / ML algorithm design</vt:lpstr>
      <vt:lpstr>SDS software developer framework DSP / ML algorithm design</vt:lpstr>
      <vt:lpstr>Data Labelling and Regression Test Configuration </vt:lpstr>
      <vt:lpstr>SDS: flexible stream management for sensor and audio data</vt:lpstr>
      <vt:lpstr>PowerPoint Presentation</vt:lpstr>
      <vt:lpstr>SDS Recorder https://github.com/Arm-Examples/sds-examples </vt:lpstr>
      <vt:lpstr>Challenge: Validate and Optimize Algorithms with Real World Data</vt:lpstr>
      <vt:lpstr>Current Status of CMSIS-DSP Compute Graph</vt:lpstr>
      <vt:lpstr>Record real-world data with Synchronous Data Streaming (SDS)</vt:lpstr>
      <vt:lpstr>SDS enables playback of real-world data for algorithm testing</vt:lpstr>
      <vt:lpstr>SDS Data Buffer and Stream Interface</vt:lpstr>
      <vt:lpstr>PowerPoint Presentation</vt:lpstr>
      <vt:lpstr>Development Flow for Edge AI Devices</vt:lpstr>
      <vt:lpstr>PowerPoint Presentation</vt:lpstr>
      <vt:lpstr>PowerPoint Presentation</vt:lpstr>
      <vt:lpstr>SDSIO-Server Firmware / Monitor Interface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Reinhard Keil</dc:creator>
  <cp:lastModifiedBy>Reinhard Keil</cp:lastModifiedBy>
  <cp:revision>146</cp:revision>
  <dcterms:created xsi:type="dcterms:W3CDTF">2021-11-12T09:09:53Z</dcterms:created>
  <dcterms:modified xsi:type="dcterms:W3CDTF">2026-07-05T11:48:27Z</dcterms:modified>
</cp:coreProperties>
</file>